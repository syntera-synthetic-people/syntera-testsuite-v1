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5" r:id="rId2"/>
    <p:sldId id="362" r:id="rId3"/>
    <p:sldId id="365" r:id="rId4"/>
    <p:sldId id="366" r:id="rId5"/>
    <p:sldId id="3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FC493-EDEC-4E5F-A00D-2E5F62A24C49}" v="77" dt="2026-03-04T10:25:02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 jaiswal" userId="c4d0fe6b0f2f8c19" providerId="LiveId" clId="{8469EED7-6264-44BF-BDB0-9DCB6A7CFD31}"/>
    <pc:docChg chg="undo custSel addSld delSld modSld">
      <pc:chgData name="siddharth jaiswal" userId="c4d0fe6b0f2f8c19" providerId="LiveId" clId="{8469EED7-6264-44BF-BDB0-9DCB6A7CFD31}" dt="2026-03-04T10:25:02.711" v="781"/>
      <pc:docMkLst>
        <pc:docMk/>
      </pc:docMkLst>
      <pc:sldChg chg="addSp delSp modSp mod">
        <pc:chgData name="siddharth jaiswal" userId="c4d0fe6b0f2f8c19" providerId="LiveId" clId="{8469EED7-6264-44BF-BDB0-9DCB6A7CFD31}" dt="2026-03-04T10:24:57.907" v="779" actId="20577"/>
        <pc:sldMkLst>
          <pc:docMk/>
          <pc:sldMk cId="3741310761" sldId="359"/>
        </pc:sldMkLst>
        <pc:spChg chg="add mod">
          <ac:chgData name="siddharth jaiswal" userId="c4d0fe6b0f2f8c19" providerId="LiveId" clId="{8469EED7-6264-44BF-BDB0-9DCB6A7CFD31}" dt="2026-03-04T10:24:57.907" v="779" actId="20577"/>
          <ac:spMkLst>
            <pc:docMk/>
            <pc:sldMk cId="3741310761" sldId="359"/>
            <ac:spMk id="2" creationId="{86CD1191-60B0-D691-4C74-CF4B0845DDFF}"/>
          </ac:spMkLst>
        </pc:spChg>
        <pc:spChg chg="add del">
          <ac:chgData name="siddharth jaiswal" userId="c4d0fe6b0f2f8c19" providerId="LiveId" clId="{8469EED7-6264-44BF-BDB0-9DCB6A7CFD31}" dt="2026-03-04T10:05:19.403" v="301" actId="478"/>
          <ac:spMkLst>
            <pc:docMk/>
            <pc:sldMk cId="3741310761" sldId="359"/>
            <ac:spMk id="28" creationId="{4E37247E-C895-F074-C72B-16B83DD0A331}"/>
          </ac:spMkLst>
        </pc:spChg>
        <pc:spChg chg="mod">
          <ac:chgData name="siddharth jaiswal" userId="c4d0fe6b0f2f8c19" providerId="LiveId" clId="{8469EED7-6264-44BF-BDB0-9DCB6A7CFD31}" dt="2026-03-03T11:43:00.441" v="7" actId="14100"/>
          <ac:spMkLst>
            <pc:docMk/>
            <pc:sldMk cId="3741310761" sldId="359"/>
            <ac:spMk id="34" creationId="{D578657E-3615-444E-A3B3-58C15BFDDEFE}"/>
          </ac:spMkLst>
        </pc:spChg>
      </pc:sldChg>
      <pc:sldChg chg="del">
        <pc:chgData name="siddharth jaiswal" userId="c4d0fe6b0f2f8c19" providerId="LiveId" clId="{8469EED7-6264-44BF-BDB0-9DCB6A7CFD31}" dt="2026-03-04T09:44:21.583" v="8" actId="47"/>
        <pc:sldMkLst>
          <pc:docMk/>
          <pc:sldMk cId="3638959538" sldId="360"/>
        </pc:sldMkLst>
      </pc:sldChg>
      <pc:sldChg chg="addSp modSp">
        <pc:chgData name="siddharth jaiswal" userId="c4d0fe6b0f2f8c19" providerId="LiveId" clId="{8469EED7-6264-44BF-BDB0-9DCB6A7CFD31}" dt="2026-03-04T10:25:01.494" v="780"/>
        <pc:sldMkLst>
          <pc:docMk/>
          <pc:sldMk cId="4015779821" sldId="363"/>
        </pc:sldMkLst>
        <pc:spChg chg="add mod">
          <ac:chgData name="siddharth jaiswal" userId="c4d0fe6b0f2f8c19" providerId="LiveId" clId="{8469EED7-6264-44BF-BDB0-9DCB6A7CFD31}" dt="2026-03-04T10:25:01.494" v="780"/>
          <ac:spMkLst>
            <pc:docMk/>
            <pc:sldMk cId="4015779821" sldId="363"/>
            <ac:spMk id="2" creationId="{BAE3B2AA-44BB-E1FE-D568-8496AECF2745}"/>
          </ac:spMkLst>
        </pc:spChg>
      </pc:sldChg>
      <pc:sldChg chg="addSp modSp">
        <pc:chgData name="siddharth jaiswal" userId="c4d0fe6b0f2f8c19" providerId="LiveId" clId="{8469EED7-6264-44BF-BDB0-9DCB6A7CFD31}" dt="2026-03-04T10:25:02.711" v="781"/>
        <pc:sldMkLst>
          <pc:docMk/>
          <pc:sldMk cId="2415270802" sldId="364"/>
        </pc:sldMkLst>
        <pc:spChg chg="add mod">
          <ac:chgData name="siddharth jaiswal" userId="c4d0fe6b0f2f8c19" providerId="LiveId" clId="{8469EED7-6264-44BF-BDB0-9DCB6A7CFD31}" dt="2026-03-04T10:25:02.711" v="781"/>
          <ac:spMkLst>
            <pc:docMk/>
            <pc:sldMk cId="2415270802" sldId="364"/>
            <ac:spMk id="2" creationId="{BD9FD153-5785-CE3A-E177-F7A3C66369C5}"/>
          </ac:spMkLst>
        </pc:spChg>
      </pc:sldChg>
      <pc:sldChg chg="addSp delSp modSp add mod">
        <pc:chgData name="siddharth jaiswal" userId="c4d0fe6b0f2f8c19" providerId="LiveId" clId="{8469EED7-6264-44BF-BDB0-9DCB6A7CFD31}" dt="2026-03-04T10:09:34.677" v="388" actId="408"/>
        <pc:sldMkLst>
          <pc:docMk/>
          <pc:sldMk cId="2851853976" sldId="365"/>
        </pc:sldMkLst>
        <pc:spChg chg="add mod">
          <ac:chgData name="siddharth jaiswal" userId="c4d0fe6b0f2f8c19" providerId="LiveId" clId="{8469EED7-6264-44BF-BDB0-9DCB6A7CFD31}" dt="2026-03-04T09:56:24.917" v="98" actId="20577"/>
          <ac:spMkLst>
            <pc:docMk/>
            <pc:sldMk cId="2851853976" sldId="365"/>
            <ac:spMk id="2" creationId="{064ADD72-245D-BD01-DF73-24C656DA098B}"/>
          </ac:spMkLst>
        </pc:spChg>
        <pc:spChg chg="add mod">
          <ac:chgData name="siddharth jaiswal" userId="c4d0fe6b0f2f8c19" providerId="LiveId" clId="{8469EED7-6264-44BF-BDB0-9DCB6A7CFD31}" dt="2026-03-04T10:08:46.154" v="382" actId="20577"/>
          <ac:spMkLst>
            <pc:docMk/>
            <pc:sldMk cId="2851853976" sldId="365"/>
            <ac:spMk id="3" creationId="{624519B0-E416-FF0C-AB5E-C424102F710B}"/>
          </ac:spMkLst>
        </pc:spChg>
        <pc:spChg chg="add mod">
          <ac:chgData name="siddharth jaiswal" userId="c4d0fe6b0f2f8c19" providerId="LiveId" clId="{8469EED7-6264-44BF-BDB0-9DCB6A7CFD31}" dt="2026-03-04T10:08:56.971" v="383" actId="313"/>
          <ac:spMkLst>
            <pc:docMk/>
            <pc:sldMk cId="2851853976" sldId="365"/>
            <ac:spMk id="4" creationId="{9C031A0A-B38A-B9B6-ABEA-4C76FA231E9E}"/>
          </ac:spMkLst>
        </pc:spChg>
        <pc:spChg chg="add mod">
          <ac:chgData name="siddharth jaiswal" userId="c4d0fe6b0f2f8c19" providerId="LiveId" clId="{8469EED7-6264-44BF-BDB0-9DCB6A7CFD31}" dt="2026-03-04T09:59:50.919" v="186" actId="571"/>
          <ac:spMkLst>
            <pc:docMk/>
            <pc:sldMk cId="2851853976" sldId="365"/>
            <ac:spMk id="7" creationId="{A4E09023-7DBD-C926-3D7C-0A431FFA7E77}"/>
          </ac:spMkLst>
        </pc:spChg>
        <pc:spChg chg="add mod">
          <ac:chgData name="siddharth jaiswal" userId="c4d0fe6b0f2f8c19" providerId="LiveId" clId="{8469EED7-6264-44BF-BDB0-9DCB6A7CFD31}" dt="2026-03-04T10:00:03.131" v="204" actId="20577"/>
          <ac:spMkLst>
            <pc:docMk/>
            <pc:sldMk cId="2851853976" sldId="365"/>
            <ac:spMk id="8" creationId="{25776545-D1AA-50C9-AE80-490F3B84F6F4}"/>
          </ac:spMkLst>
        </pc:spChg>
        <pc:spChg chg="add mod">
          <ac:chgData name="siddharth jaiswal" userId="c4d0fe6b0f2f8c19" providerId="LiveId" clId="{8469EED7-6264-44BF-BDB0-9DCB6A7CFD31}" dt="2026-03-04T10:01:10.838" v="216" actId="14100"/>
          <ac:spMkLst>
            <pc:docMk/>
            <pc:sldMk cId="2851853976" sldId="365"/>
            <ac:spMk id="9" creationId="{3EEA2B5D-A719-5875-98EC-089BE0E7A831}"/>
          </ac:spMkLst>
        </pc:spChg>
        <pc:spChg chg="add mod">
          <ac:chgData name="siddharth jaiswal" userId="c4d0fe6b0f2f8c19" providerId="LiveId" clId="{8469EED7-6264-44BF-BDB0-9DCB6A7CFD31}" dt="2026-03-04T10:00:35.195" v="209" actId="1076"/>
          <ac:spMkLst>
            <pc:docMk/>
            <pc:sldMk cId="2851853976" sldId="365"/>
            <ac:spMk id="10" creationId="{BFDE616B-41FF-C6BA-49B9-6CCE83FE65EE}"/>
          </ac:spMkLst>
        </pc:spChg>
        <pc:spChg chg="mod">
          <ac:chgData name="siddharth jaiswal" userId="c4d0fe6b0f2f8c19" providerId="LiveId" clId="{8469EED7-6264-44BF-BDB0-9DCB6A7CFD31}" dt="2026-03-04T10:00:45.429" v="210"/>
          <ac:spMkLst>
            <pc:docMk/>
            <pc:sldMk cId="2851853976" sldId="365"/>
            <ac:spMk id="12" creationId="{D9E8E8FE-B604-AED6-6073-F02DD8D6EB1A}"/>
          </ac:spMkLst>
        </pc:spChg>
        <pc:spChg chg="mod">
          <ac:chgData name="siddharth jaiswal" userId="c4d0fe6b0f2f8c19" providerId="LiveId" clId="{8469EED7-6264-44BF-BDB0-9DCB6A7CFD31}" dt="2026-03-04T10:00:59.147" v="215" actId="20577"/>
          <ac:spMkLst>
            <pc:docMk/>
            <pc:sldMk cId="2851853976" sldId="365"/>
            <ac:spMk id="13" creationId="{91EF7047-032A-F4F2-2711-BA30B3009081}"/>
          </ac:spMkLst>
        </pc:spChg>
        <pc:spChg chg="mod">
          <ac:chgData name="siddharth jaiswal" userId="c4d0fe6b0f2f8c19" providerId="LiveId" clId="{8469EED7-6264-44BF-BDB0-9DCB6A7CFD31}" dt="2026-03-04T10:02:24.703" v="259" actId="14100"/>
          <ac:spMkLst>
            <pc:docMk/>
            <pc:sldMk cId="2851853976" sldId="365"/>
            <ac:spMk id="15" creationId="{81A043B5-93EB-9419-D59A-0257BEDA6F0B}"/>
          </ac:spMkLst>
        </pc:spChg>
        <pc:spChg chg="mod">
          <ac:chgData name="siddharth jaiswal" userId="c4d0fe6b0f2f8c19" providerId="LiveId" clId="{8469EED7-6264-44BF-BDB0-9DCB6A7CFD31}" dt="2026-03-04T10:02:33.374" v="279" actId="14100"/>
          <ac:spMkLst>
            <pc:docMk/>
            <pc:sldMk cId="2851853976" sldId="365"/>
            <ac:spMk id="16" creationId="{EA287889-09AB-3B63-E463-27FAD488E785}"/>
          </ac:spMkLst>
        </pc:spChg>
        <pc:spChg chg="mod">
          <ac:chgData name="siddharth jaiswal" userId="c4d0fe6b0f2f8c19" providerId="LiveId" clId="{8469EED7-6264-44BF-BDB0-9DCB6A7CFD31}" dt="2026-03-04T10:03:03.581" v="285"/>
          <ac:spMkLst>
            <pc:docMk/>
            <pc:sldMk cId="2851853976" sldId="365"/>
            <ac:spMk id="18" creationId="{1451C962-CE6B-0905-49F1-E8FB12CD072A}"/>
          </ac:spMkLst>
        </pc:spChg>
        <pc:spChg chg="mod">
          <ac:chgData name="siddharth jaiswal" userId="c4d0fe6b0f2f8c19" providerId="LiveId" clId="{8469EED7-6264-44BF-BDB0-9DCB6A7CFD31}" dt="2026-03-04T10:03:07.019" v="287" actId="20577"/>
          <ac:spMkLst>
            <pc:docMk/>
            <pc:sldMk cId="2851853976" sldId="365"/>
            <ac:spMk id="19" creationId="{DAD4A6EF-E144-CCF5-F7FB-87A7C602743A}"/>
          </ac:spMkLst>
        </pc:spChg>
        <pc:spChg chg="mod">
          <ac:chgData name="siddharth jaiswal" userId="c4d0fe6b0f2f8c19" providerId="LiveId" clId="{8469EED7-6264-44BF-BDB0-9DCB6A7CFD31}" dt="2026-03-04T10:09:24.994" v="386" actId="6549"/>
          <ac:spMkLst>
            <pc:docMk/>
            <pc:sldMk cId="2851853976" sldId="365"/>
            <ac:spMk id="21" creationId="{5E975A88-3005-6F04-8087-EEC57C6045EC}"/>
          </ac:spMkLst>
        </pc:spChg>
        <pc:spChg chg="mod">
          <ac:chgData name="siddharth jaiswal" userId="c4d0fe6b0f2f8c19" providerId="LiveId" clId="{8469EED7-6264-44BF-BDB0-9DCB6A7CFD31}" dt="2026-03-04T10:04:55.115" v="299" actId="20577"/>
          <ac:spMkLst>
            <pc:docMk/>
            <pc:sldMk cId="2851853976" sldId="365"/>
            <ac:spMk id="22" creationId="{06CAA85F-505C-516E-7426-D378D656AA0D}"/>
          </ac:spMkLst>
        </pc:spChg>
        <pc:spChg chg="mod">
          <ac:chgData name="siddharth jaiswal" userId="c4d0fe6b0f2f8c19" providerId="LiveId" clId="{8469EED7-6264-44BF-BDB0-9DCB6A7CFD31}" dt="2026-03-04T09:55:11.289" v="44" actId="20577"/>
          <ac:spMkLst>
            <pc:docMk/>
            <pc:sldMk cId="2851853976" sldId="365"/>
            <ac:spMk id="28" creationId="{C2AE0F35-8296-6E9B-CE6F-B36CA0A28BAC}"/>
          </ac:spMkLst>
        </pc:spChg>
        <pc:spChg chg="del">
          <ac:chgData name="siddharth jaiswal" userId="c4d0fe6b0f2f8c19" providerId="LiveId" clId="{8469EED7-6264-44BF-BDB0-9DCB6A7CFD31}" dt="2026-03-04T09:44:38.802" v="10" actId="478"/>
          <ac:spMkLst>
            <pc:docMk/>
            <pc:sldMk cId="2851853976" sldId="365"/>
            <ac:spMk id="71" creationId="{9BD9CBB0-EA7F-4625-70C5-297B52FC0F10}"/>
          </ac:spMkLst>
        </pc:spChg>
        <pc:grpChg chg="add mod">
          <ac:chgData name="siddharth jaiswal" userId="c4d0fe6b0f2f8c19" providerId="LiveId" clId="{8469EED7-6264-44BF-BDB0-9DCB6A7CFD31}" dt="2026-03-04T10:01:14.509" v="217" actId="1076"/>
          <ac:grpSpMkLst>
            <pc:docMk/>
            <pc:sldMk cId="2851853976" sldId="365"/>
            <ac:grpSpMk id="11" creationId="{1CA86CD6-A27A-6F0E-B370-8D8F2DE375FD}"/>
          </ac:grpSpMkLst>
        </pc:grpChg>
        <pc:grpChg chg="add mod">
          <ac:chgData name="siddharth jaiswal" userId="c4d0fe6b0f2f8c19" providerId="LiveId" clId="{8469EED7-6264-44BF-BDB0-9DCB6A7CFD31}" dt="2026-03-04T10:09:34.677" v="388" actId="408"/>
          <ac:grpSpMkLst>
            <pc:docMk/>
            <pc:sldMk cId="2851853976" sldId="365"/>
            <ac:grpSpMk id="14" creationId="{6173F4A4-7D14-00FD-79F9-78BEAE562C6F}"/>
          </ac:grpSpMkLst>
        </pc:grpChg>
        <pc:grpChg chg="add mod">
          <ac:chgData name="siddharth jaiswal" userId="c4d0fe6b0f2f8c19" providerId="LiveId" clId="{8469EED7-6264-44BF-BDB0-9DCB6A7CFD31}" dt="2026-03-04T10:09:34.677" v="388" actId="408"/>
          <ac:grpSpMkLst>
            <pc:docMk/>
            <pc:sldMk cId="2851853976" sldId="365"/>
            <ac:grpSpMk id="17" creationId="{C94CB9D2-6C44-497E-4B4F-64C61B43D5D5}"/>
          </ac:grpSpMkLst>
        </pc:grpChg>
        <pc:grpChg chg="add mod">
          <ac:chgData name="siddharth jaiswal" userId="c4d0fe6b0f2f8c19" providerId="LiveId" clId="{8469EED7-6264-44BF-BDB0-9DCB6A7CFD31}" dt="2026-03-04T10:09:28.580" v="387" actId="14100"/>
          <ac:grpSpMkLst>
            <pc:docMk/>
            <pc:sldMk cId="2851853976" sldId="365"/>
            <ac:grpSpMk id="20" creationId="{282DB90B-B4F1-88CA-BEAE-50A325E373CA}"/>
          </ac:grpSpMkLst>
        </pc:grpChg>
        <pc:grpChg chg="del">
          <ac:chgData name="siddharth jaiswal" userId="c4d0fe6b0f2f8c19" providerId="LiveId" clId="{8469EED7-6264-44BF-BDB0-9DCB6A7CFD31}" dt="2026-03-04T09:44:38.802" v="10" actId="478"/>
          <ac:grpSpMkLst>
            <pc:docMk/>
            <pc:sldMk cId="2851853976" sldId="365"/>
            <ac:grpSpMk id="70" creationId="{A2015D5A-6DCB-0ABE-E5F4-0A2C362DE55E}"/>
          </ac:grpSpMkLst>
        </pc:grpChg>
        <pc:cxnChg chg="add">
          <ac:chgData name="siddharth jaiswal" userId="c4d0fe6b0f2f8c19" providerId="LiveId" clId="{8469EED7-6264-44BF-BDB0-9DCB6A7CFD31}" dt="2026-03-04T09:59:43.879" v="184" actId="11529"/>
          <ac:cxnSpMkLst>
            <pc:docMk/>
            <pc:sldMk cId="2851853976" sldId="365"/>
            <ac:cxnSpMk id="6" creationId="{8964FA4A-8422-160E-0CF5-7AF7F0D76713}"/>
          </ac:cxnSpMkLst>
        </pc:cxnChg>
      </pc:sldChg>
      <pc:sldChg chg="addSp delSp modSp add mod">
        <pc:chgData name="siddharth jaiswal" userId="c4d0fe6b0f2f8c19" providerId="LiveId" clId="{8469EED7-6264-44BF-BDB0-9DCB6A7CFD31}" dt="2026-03-04T10:21:47.087" v="690"/>
        <pc:sldMkLst>
          <pc:docMk/>
          <pc:sldMk cId="911590498" sldId="366"/>
        </pc:sldMkLst>
        <pc:spChg chg="mod">
          <ac:chgData name="siddharth jaiswal" userId="c4d0fe6b0f2f8c19" providerId="LiveId" clId="{8469EED7-6264-44BF-BDB0-9DCB6A7CFD31}" dt="2026-03-04T10:12:50.749" v="439"/>
          <ac:spMkLst>
            <pc:docMk/>
            <pc:sldMk cId="911590498" sldId="366"/>
            <ac:spMk id="2" creationId="{69C06CE0-6154-765D-B4AD-58E48D197650}"/>
          </ac:spMkLst>
        </pc:spChg>
        <pc:spChg chg="del mod">
          <ac:chgData name="siddharth jaiswal" userId="c4d0fe6b0f2f8c19" providerId="LiveId" clId="{8469EED7-6264-44BF-BDB0-9DCB6A7CFD31}" dt="2026-03-04T10:13:01.149" v="440" actId="478"/>
          <ac:spMkLst>
            <pc:docMk/>
            <pc:sldMk cId="911590498" sldId="366"/>
            <ac:spMk id="3" creationId="{86CC8F1C-861E-52C2-83BC-5285C4A0AA1E}"/>
          </ac:spMkLst>
        </pc:spChg>
        <pc:spChg chg="del mod">
          <ac:chgData name="siddharth jaiswal" userId="c4d0fe6b0f2f8c19" providerId="LiveId" clId="{8469EED7-6264-44BF-BDB0-9DCB6A7CFD31}" dt="2026-03-04T10:13:01.149" v="440" actId="478"/>
          <ac:spMkLst>
            <pc:docMk/>
            <pc:sldMk cId="911590498" sldId="366"/>
            <ac:spMk id="4" creationId="{F7F544E5-0EFE-5684-69D9-31CA718C9595}"/>
          </ac:spMkLst>
        </pc:spChg>
        <pc:spChg chg="add mod">
          <ac:chgData name="siddharth jaiswal" userId="c4d0fe6b0f2f8c19" providerId="LiveId" clId="{8469EED7-6264-44BF-BDB0-9DCB6A7CFD31}" dt="2026-03-04T10:19:12.226" v="620" actId="14100"/>
          <ac:spMkLst>
            <pc:docMk/>
            <pc:sldMk cId="911590498" sldId="366"/>
            <ac:spMk id="5" creationId="{28649C4F-14B2-24BA-887E-63C0193125E1}"/>
          </ac:spMkLst>
        </pc:spChg>
        <pc:spChg chg="add del mod">
          <ac:chgData name="siddharth jaiswal" userId="c4d0fe6b0f2f8c19" providerId="LiveId" clId="{8469EED7-6264-44BF-BDB0-9DCB6A7CFD31}" dt="2026-03-04T10:13:28.110" v="449" actId="478"/>
          <ac:spMkLst>
            <pc:docMk/>
            <pc:sldMk cId="911590498" sldId="366"/>
            <ac:spMk id="7" creationId="{5F13DF33-B476-5E0C-35DE-037D221251DD}"/>
          </ac:spMkLst>
        </pc:spChg>
        <pc:spChg chg="del">
          <ac:chgData name="siddharth jaiswal" userId="c4d0fe6b0f2f8c19" providerId="LiveId" clId="{8469EED7-6264-44BF-BDB0-9DCB6A7CFD31}" dt="2026-03-04T10:05:34.947" v="303" actId="478"/>
          <ac:spMkLst>
            <pc:docMk/>
            <pc:sldMk cId="911590498" sldId="366"/>
            <ac:spMk id="8" creationId="{E48DA955-7DA1-D390-92BC-563DEDB42861}"/>
          </ac:spMkLst>
        </pc:spChg>
        <pc:spChg chg="del">
          <ac:chgData name="siddharth jaiswal" userId="c4d0fe6b0f2f8c19" providerId="LiveId" clId="{8469EED7-6264-44BF-BDB0-9DCB6A7CFD31}" dt="2026-03-04T10:05:34.947" v="303" actId="478"/>
          <ac:spMkLst>
            <pc:docMk/>
            <pc:sldMk cId="911590498" sldId="366"/>
            <ac:spMk id="9" creationId="{0C7460BC-5085-B6FE-4413-5D53CD27FD55}"/>
          </ac:spMkLst>
        </pc:spChg>
        <pc:spChg chg="del">
          <ac:chgData name="siddharth jaiswal" userId="c4d0fe6b0f2f8c19" providerId="LiveId" clId="{8469EED7-6264-44BF-BDB0-9DCB6A7CFD31}" dt="2026-03-04T10:05:34.947" v="303" actId="478"/>
          <ac:spMkLst>
            <pc:docMk/>
            <pc:sldMk cId="911590498" sldId="366"/>
            <ac:spMk id="10" creationId="{B41FDF19-A2CB-FECE-DA00-ABC74910F90F}"/>
          </ac:spMkLst>
        </pc:spChg>
        <pc:spChg chg="add del mod">
          <ac:chgData name="siddharth jaiswal" userId="c4d0fe6b0f2f8c19" providerId="LiveId" clId="{8469EED7-6264-44BF-BDB0-9DCB6A7CFD31}" dt="2026-03-04T10:13:24.110" v="447" actId="478"/>
          <ac:spMkLst>
            <pc:docMk/>
            <pc:sldMk cId="911590498" sldId="366"/>
            <ac:spMk id="23" creationId="{88AEDF98-9FC5-500F-16C4-043AF43C9811}"/>
          </ac:spMkLst>
        </pc:spChg>
        <pc:spChg chg="add del mod">
          <ac:chgData name="siddharth jaiswal" userId="c4d0fe6b0f2f8c19" providerId="LiveId" clId="{8469EED7-6264-44BF-BDB0-9DCB6A7CFD31}" dt="2026-03-04T10:18:39.259" v="610" actId="478"/>
          <ac:spMkLst>
            <pc:docMk/>
            <pc:sldMk cId="911590498" sldId="366"/>
            <ac:spMk id="24" creationId="{DDC49842-7E05-6185-0C24-470693F07902}"/>
          </ac:spMkLst>
        </pc:spChg>
        <pc:spChg chg="add del mod">
          <ac:chgData name="siddharth jaiswal" userId="c4d0fe6b0f2f8c19" providerId="LiveId" clId="{8469EED7-6264-44BF-BDB0-9DCB6A7CFD31}" dt="2026-03-04T10:18:39.259" v="610" actId="478"/>
          <ac:spMkLst>
            <pc:docMk/>
            <pc:sldMk cId="911590498" sldId="366"/>
            <ac:spMk id="25" creationId="{DE97795E-2C24-5949-6385-E94D5C6E5979}"/>
          </ac:spMkLst>
        </pc:spChg>
        <pc:spChg chg="add mod">
          <ac:chgData name="siddharth jaiswal" userId="c4d0fe6b0f2f8c19" providerId="LiveId" clId="{8469EED7-6264-44BF-BDB0-9DCB6A7CFD31}" dt="2026-03-04T10:15:00.493" v="471" actId="20577"/>
          <ac:spMkLst>
            <pc:docMk/>
            <pc:sldMk cId="911590498" sldId="366"/>
            <ac:spMk id="27" creationId="{8E11B0B3-BAE3-66D0-CCAF-749F421F93DD}"/>
          </ac:spMkLst>
        </pc:spChg>
        <pc:spChg chg="mod">
          <ac:chgData name="siddharth jaiswal" userId="c4d0fe6b0f2f8c19" providerId="LiveId" clId="{8469EED7-6264-44BF-BDB0-9DCB6A7CFD31}" dt="2026-03-04T10:05:46.682" v="317" actId="20577"/>
          <ac:spMkLst>
            <pc:docMk/>
            <pc:sldMk cId="911590498" sldId="366"/>
            <ac:spMk id="28" creationId="{C0025D55-96AD-F0C9-E127-190AC666C82B}"/>
          </ac:spMkLst>
        </pc:spChg>
        <pc:spChg chg="add mod">
          <ac:chgData name="siddharth jaiswal" userId="c4d0fe6b0f2f8c19" providerId="LiveId" clId="{8469EED7-6264-44BF-BDB0-9DCB6A7CFD31}" dt="2026-03-04T10:18:43.791" v="611" actId="164"/>
          <ac:spMkLst>
            <pc:docMk/>
            <pc:sldMk cId="911590498" sldId="366"/>
            <ac:spMk id="29" creationId="{2161BBDF-BA04-84F2-3C76-E8D6A23F88AB}"/>
          </ac:spMkLst>
        </pc:spChg>
        <pc:spChg chg="add mod">
          <ac:chgData name="siddharth jaiswal" userId="c4d0fe6b0f2f8c19" providerId="LiveId" clId="{8469EED7-6264-44BF-BDB0-9DCB6A7CFD31}" dt="2026-03-04T10:18:43.791" v="611" actId="164"/>
          <ac:spMkLst>
            <pc:docMk/>
            <pc:sldMk cId="911590498" sldId="366"/>
            <ac:spMk id="31" creationId="{E47A2995-1B27-C537-5B57-72F9F4FF3204}"/>
          </ac:spMkLst>
        </pc:spChg>
        <pc:spChg chg="add mod">
          <ac:chgData name="siddharth jaiswal" userId="c4d0fe6b0f2f8c19" providerId="LiveId" clId="{8469EED7-6264-44BF-BDB0-9DCB6A7CFD31}" dt="2026-03-04T10:17:43.911" v="579" actId="164"/>
          <ac:spMkLst>
            <pc:docMk/>
            <pc:sldMk cId="911590498" sldId="366"/>
            <ac:spMk id="32" creationId="{84F7C909-94D3-8CD8-1652-5ED1640AC601}"/>
          </ac:spMkLst>
        </pc:spChg>
        <pc:spChg chg="add mod">
          <ac:chgData name="siddharth jaiswal" userId="c4d0fe6b0f2f8c19" providerId="LiveId" clId="{8469EED7-6264-44BF-BDB0-9DCB6A7CFD31}" dt="2026-03-04T10:17:43.911" v="579" actId="164"/>
          <ac:spMkLst>
            <pc:docMk/>
            <pc:sldMk cId="911590498" sldId="366"/>
            <ac:spMk id="33" creationId="{EFC0E9C4-F93B-96F3-EB10-693E40331273}"/>
          </ac:spMkLst>
        </pc:spChg>
        <pc:spChg chg="mod">
          <ac:chgData name="siddharth jaiswal" userId="c4d0fe6b0f2f8c19" providerId="LiveId" clId="{8469EED7-6264-44BF-BDB0-9DCB6A7CFD31}" dt="2026-03-04T10:17:51.168" v="582" actId="571"/>
          <ac:spMkLst>
            <pc:docMk/>
            <pc:sldMk cId="911590498" sldId="366"/>
            <ac:spMk id="36" creationId="{DACEB16C-66B9-FDC1-C731-E728D3F10DC4}"/>
          </ac:spMkLst>
        </pc:spChg>
        <pc:spChg chg="mod">
          <ac:chgData name="siddharth jaiswal" userId="c4d0fe6b0f2f8c19" providerId="LiveId" clId="{8469EED7-6264-44BF-BDB0-9DCB6A7CFD31}" dt="2026-03-04T10:17:51.168" v="582" actId="571"/>
          <ac:spMkLst>
            <pc:docMk/>
            <pc:sldMk cId="911590498" sldId="366"/>
            <ac:spMk id="37" creationId="{77C2D240-6357-56B7-7697-85A823AFB0B5}"/>
          </ac:spMkLst>
        </pc:spChg>
        <pc:spChg chg="mod">
          <ac:chgData name="siddharth jaiswal" userId="c4d0fe6b0f2f8c19" providerId="LiveId" clId="{8469EED7-6264-44BF-BDB0-9DCB6A7CFD31}" dt="2026-03-04T10:17:55.492" v="583" actId="571"/>
          <ac:spMkLst>
            <pc:docMk/>
            <pc:sldMk cId="911590498" sldId="366"/>
            <ac:spMk id="39" creationId="{6DF41561-A743-AB95-566C-98174E1DF42B}"/>
          </ac:spMkLst>
        </pc:spChg>
        <pc:spChg chg="mod">
          <ac:chgData name="siddharth jaiswal" userId="c4d0fe6b0f2f8c19" providerId="LiveId" clId="{8469EED7-6264-44BF-BDB0-9DCB6A7CFD31}" dt="2026-03-04T10:17:55.492" v="583" actId="571"/>
          <ac:spMkLst>
            <pc:docMk/>
            <pc:sldMk cId="911590498" sldId="366"/>
            <ac:spMk id="40" creationId="{3F077B4D-F436-BDA8-F2E9-968B414BA912}"/>
          </ac:spMkLst>
        </pc:spChg>
        <pc:spChg chg="add mod">
          <ac:chgData name="siddharth jaiswal" userId="c4d0fe6b0f2f8c19" providerId="LiveId" clId="{8469EED7-6264-44BF-BDB0-9DCB6A7CFD31}" dt="2026-03-04T10:19:15.859" v="621" actId="1076"/>
          <ac:spMkLst>
            <pc:docMk/>
            <pc:sldMk cId="911590498" sldId="366"/>
            <ac:spMk id="41" creationId="{5EA784DA-6CB4-6E42-0394-83313052611B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44" creationId="{B89E2BE3-E4A9-69A7-4962-74598C2686A5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45" creationId="{1DAB006A-0D32-0955-F9CB-C4A790EFEFF6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47" creationId="{DABA0B63-D75D-9C00-B5F6-DBC2F5EE8C8A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51" creationId="{22CEA6DA-8E6E-1E5A-117A-0A0A0A2409FF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52" creationId="{45B3B59B-7A6A-81F1-6E29-C3AC7B64B856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53" creationId="{3CF5C8C1-7CCC-67B3-3113-9D0665C353AC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54" creationId="{6D288700-99EE-1708-C63E-F4E43D7474B0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55" creationId="{E9769720-EE30-CD11-CECE-0580FA663616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56" creationId="{C29A943A-7EF9-B071-8BDF-F710C8533641}"/>
          </ac:spMkLst>
        </pc:spChg>
        <pc:spChg chg="mod">
          <ac:chgData name="siddharth jaiswal" userId="c4d0fe6b0f2f8c19" providerId="LiveId" clId="{8469EED7-6264-44BF-BDB0-9DCB6A7CFD31}" dt="2026-03-04T10:19:08.145" v="619" actId="571"/>
          <ac:spMkLst>
            <pc:docMk/>
            <pc:sldMk cId="911590498" sldId="366"/>
            <ac:spMk id="57" creationId="{30AE1DC6-A740-FCE4-8195-3E3EBCE4CB80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59" creationId="{8937CC32-969F-79B2-C4EC-726CAACB1218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60" creationId="{86CA547A-8D2E-D58F-E2FA-000CD2ED063F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62" creationId="{506787AF-59FF-0EDD-0AA1-D86CC5A48048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66" creationId="{62BD1710-3CF6-7934-4B71-879E327C9827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67" creationId="{A221A404-2533-96BC-299F-81EA3AFC8B54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68" creationId="{C5A01842-8D59-D58B-EC78-EF43085747B2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69" creationId="{30D0C56E-7E2D-DA83-8394-2C179A62FF0C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70" creationId="{35EA5689-D335-A7DE-1D7F-7230D63265C3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71" creationId="{6EB21CF3-9540-4089-C3E5-0D9099F6F475}"/>
          </ac:spMkLst>
        </pc:spChg>
        <pc:spChg chg="mod">
          <ac:chgData name="siddharth jaiswal" userId="c4d0fe6b0f2f8c19" providerId="LiveId" clId="{8469EED7-6264-44BF-BDB0-9DCB6A7CFD31}" dt="2026-03-04T10:19:07.648" v="618" actId="571"/>
          <ac:spMkLst>
            <pc:docMk/>
            <pc:sldMk cId="911590498" sldId="366"/>
            <ac:spMk id="72" creationId="{E6825152-CC0A-6AB4-5599-16869DEC6E1F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74" creationId="{F00766EF-B9CF-1AD3-49BB-4E7688037445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75" creationId="{C1FD1898-F908-5526-57A9-F198C83B99E1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77" creationId="{3068806D-D5C3-D261-7EEB-661B23F036E2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81" creationId="{F648F05C-261E-CB97-0BDF-25336B951EB6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82" creationId="{4A7149B5-60C3-3168-EC02-9C8390F3E310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83" creationId="{93528082-A2A9-99B8-C0EF-AC35EDE4ACBA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84" creationId="{C77E8107-87A0-5AB2-A15E-5FA5ABD50188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85" creationId="{F6FE3AA2-D688-9CFF-39C5-C26B74267C0D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86" creationId="{9EE2C98F-7638-1157-12CC-7F8C929CEF41}"/>
          </ac:spMkLst>
        </pc:spChg>
        <pc:spChg chg="mod">
          <ac:chgData name="siddharth jaiswal" userId="c4d0fe6b0f2f8c19" providerId="LiveId" clId="{8469EED7-6264-44BF-BDB0-9DCB6A7CFD31}" dt="2026-03-04T10:19:20.139" v="622" actId="571"/>
          <ac:spMkLst>
            <pc:docMk/>
            <pc:sldMk cId="911590498" sldId="366"/>
            <ac:spMk id="87" creationId="{FCC4E85C-1908-A18E-D51D-FFBFDD37A22F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89" creationId="{69FB2830-0200-7B58-9463-B997304AAB43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90" creationId="{ADCB58D6-6945-0F3F-37C8-C1202D7DFECF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92" creationId="{70190AF5-A364-D10B-E1A1-FCD5E7FD1678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96" creationId="{0490CA4C-58DB-A07D-6172-90042F4A87CD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97" creationId="{BDD271B5-EF96-B428-3DF6-2E5A007C5375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98" creationId="{DB5C60A3-33EE-4614-0A6A-4D2C7014C8CE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99" creationId="{E120D621-F99E-E9F4-D067-63CA38ACA7C9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100" creationId="{A5DAEEED-8572-5FFD-102A-0F2985390894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101" creationId="{A0468770-8B86-DF4C-3B06-F302DFD6CFF9}"/>
          </ac:spMkLst>
        </pc:spChg>
        <pc:spChg chg="mod">
          <ac:chgData name="siddharth jaiswal" userId="c4d0fe6b0f2f8c19" providerId="LiveId" clId="{8469EED7-6264-44BF-BDB0-9DCB6A7CFD31}" dt="2026-03-04T10:19:23.811" v="623" actId="571"/>
          <ac:spMkLst>
            <pc:docMk/>
            <pc:sldMk cId="911590498" sldId="366"/>
            <ac:spMk id="102" creationId="{F4CB0607-84AF-F2D5-B2CC-846D998507DC}"/>
          </ac:spMkLst>
        </pc:spChg>
        <pc:spChg chg="add mod">
          <ac:chgData name="siddharth jaiswal" userId="c4d0fe6b0f2f8c19" providerId="LiveId" clId="{8469EED7-6264-44BF-BDB0-9DCB6A7CFD31}" dt="2026-03-04T10:19:59.964" v="647" actId="20577"/>
          <ac:spMkLst>
            <pc:docMk/>
            <pc:sldMk cId="911590498" sldId="366"/>
            <ac:spMk id="103" creationId="{58CEAD50-E5D0-CC93-334E-324E6FCF32D3}"/>
          </ac:spMkLst>
        </pc:spChg>
        <pc:spChg chg="add mod">
          <ac:chgData name="siddharth jaiswal" userId="c4d0fe6b0f2f8c19" providerId="LiveId" clId="{8469EED7-6264-44BF-BDB0-9DCB6A7CFD31}" dt="2026-03-04T10:19:55.006" v="636" actId="571"/>
          <ac:spMkLst>
            <pc:docMk/>
            <pc:sldMk cId="911590498" sldId="366"/>
            <ac:spMk id="104" creationId="{AB24C992-6464-80CF-8E02-83DFEA5CFCC3}"/>
          </ac:spMkLst>
        </pc:spChg>
        <pc:spChg chg="add mod">
          <ac:chgData name="siddharth jaiswal" userId="c4d0fe6b0f2f8c19" providerId="LiveId" clId="{8469EED7-6264-44BF-BDB0-9DCB6A7CFD31}" dt="2026-03-04T10:20:25.820" v="662" actId="1076"/>
          <ac:spMkLst>
            <pc:docMk/>
            <pc:sldMk cId="911590498" sldId="366"/>
            <ac:spMk id="105" creationId="{E7EEE4A6-20A4-027C-EA12-C50512E08765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07" creationId="{42FF16C4-1C5D-F5A2-B25D-5F603C5E9597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08" creationId="{AFF247EB-A011-4148-C055-B03882F92161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10" creationId="{9910539E-40A0-18B2-F709-94877220E070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14" creationId="{A9F26597-D17A-BDC0-99BE-EF951B057B3F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15" creationId="{DFA93CBB-9AD9-3EE2-9F42-0BF08A4C969B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16" creationId="{AABD3100-68DD-B30D-F067-4902FDC99195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17" creationId="{599A2BFC-3626-5D17-3FDB-E510B3C8706D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18" creationId="{2239465E-2FFA-F084-CAD0-44E11D385CA2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19" creationId="{3ACDA729-A620-0DB3-4000-FB8621F0A9A6}"/>
          </ac:spMkLst>
        </pc:spChg>
        <pc:spChg chg="mod">
          <ac:chgData name="siddharth jaiswal" userId="c4d0fe6b0f2f8c19" providerId="LiveId" clId="{8469EED7-6264-44BF-BDB0-9DCB6A7CFD31}" dt="2026-03-04T10:21:47.087" v="690"/>
          <ac:spMkLst>
            <pc:docMk/>
            <pc:sldMk cId="911590498" sldId="366"/>
            <ac:spMk id="120" creationId="{8828C0CF-DEC3-4664-1558-709BD513143A}"/>
          </ac:spMkLst>
        </pc:spChg>
        <pc:grpChg chg="del">
          <ac:chgData name="siddharth jaiswal" userId="c4d0fe6b0f2f8c19" providerId="LiveId" clId="{8469EED7-6264-44BF-BDB0-9DCB6A7CFD31}" dt="2026-03-04T10:05:34.947" v="303" actId="478"/>
          <ac:grpSpMkLst>
            <pc:docMk/>
            <pc:sldMk cId="911590498" sldId="366"/>
            <ac:grpSpMk id="11" creationId="{1628FE13-78D3-AB4C-93BE-4A91553B7BA7}"/>
          </ac:grpSpMkLst>
        </pc:grpChg>
        <pc:grpChg chg="del">
          <ac:chgData name="siddharth jaiswal" userId="c4d0fe6b0f2f8c19" providerId="LiveId" clId="{8469EED7-6264-44BF-BDB0-9DCB6A7CFD31}" dt="2026-03-04T10:05:34.947" v="303" actId="478"/>
          <ac:grpSpMkLst>
            <pc:docMk/>
            <pc:sldMk cId="911590498" sldId="366"/>
            <ac:grpSpMk id="14" creationId="{B0F9303B-C121-E556-F425-8DD6403EC728}"/>
          </ac:grpSpMkLst>
        </pc:grpChg>
        <pc:grpChg chg="del">
          <ac:chgData name="siddharth jaiswal" userId="c4d0fe6b0f2f8c19" providerId="LiveId" clId="{8469EED7-6264-44BF-BDB0-9DCB6A7CFD31}" dt="2026-03-04T10:05:34.947" v="303" actId="478"/>
          <ac:grpSpMkLst>
            <pc:docMk/>
            <pc:sldMk cId="911590498" sldId="366"/>
            <ac:grpSpMk id="17" creationId="{EC35B777-7F08-9195-90E7-FC459CC4C4CE}"/>
          </ac:grpSpMkLst>
        </pc:grpChg>
        <pc:grpChg chg="del">
          <ac:chgData name="siddharth jaiswal" userId="c4d0fe6b0f2f8c19" providerId="LiveId" clId="{8469EED7-6264-44BF-BDB0-9DCB6A7CFD31}" dt="2026-03-04T10:05:37.443" v="304" actId="478"/>
          <ac:grpSpMkLst>
            <pc:docMk/>
            <pc:sldMk cId="911590498" sldId="366"/>
            <ac:grpSpMk id="20" creationId="{21BF9600-6A8B-F8C1-637D-95158D1EA942}"/>
          </ac:grpSpMkLst>
        </pc:grpChg>
        <pc:grpChg chg="add mod">
          <ac:chgData name="siddharth jaiswal" userId="c4d0fe6b0f2f8c19" providerId="LiveId" clId="{8469EED7-6264-44BF-BDB0-9DCB6A7CFD31}" dt="2026-03-04T10:18:43.791" v="611" actId="164"/>
          <ac:grpSpMkLst>
            <pc:docMk/>
            <pc:sldMk cId="911590498" sldId="366"/>
            <ac:grpSpMk id="34" creationId="{8280BACC-09A4-7781-6C3B-CA848F8CA86E}"/>
          </ac:grpSpMkLst>
        </pc:grpChg>
        <pc:grpChg chg="add mod">
          <ac:chgData name="siddharth jaiswal" userId="c4d0fe6b0f2f8c19" providerId="LiveId" clId="{8469EED7-6264-44BF-BDB0-9DCB6A7CFD31}" dt="2026-03-04T10:18:43.791" v="611" actId="164"/>
          <ac:grpSpMkLst>
            <pc:docMk/>
            <pc:sldMk cId="911590498" sldId="366"/>
            <ac:grpSpMk id="35" creationId="{2A331A25-F98E-9122-5659-8CD19974930A}"/>
          </ac:grpSpMkLst>
        </pc:grpChg>
        <pc:grpChg chg="add mod">
          <ac:chgData name="siddharth jaiswal" userId="c4d0fe6b0f2f8c19" providerId="LiveId" clId="{8469EED7-6264-44BF-BDB0-9DCB6A7CFD31}" dt="2026-03-04T10:18:43.791" v="611" actId="164"/>
          <ac:grpSpMkLst>
            <pc:docMk/>
            <pc:sldMk cId="911590498" sldId="366"/>
            <ac:grpSpMk id="38" creationId="{B499DE1A-0635-A615-3901-BC2B3F74DFB9}"/>
          </ac:grpSpMkLst>
        </pc:grpChg>
        <pc:grpChg chg="add mod">
          <ac:chgData name="siddharth jaiswal" userId="c4d0fe6b0f2f8c19" providerId="LiveId" clId="{8469EED7-6264-44BF-BDB0-9DCB6A7CFD31}" dt="2026-03-04T10:19:07.172" v="617" actId="1076"/>
          <ac:grpSpMkLst>
            <pc:docMk/>
            <pc:sldMk cId="911590498" sldId="366"/>
            <ac:grpSpMk id="42" creationId="{98150272-CA27-D774-DBFB-0C1F00421F9A}"/>
          </ac:grpSpMkLst>
        </pc:grpChg>
        <pc:grpChg chg="mod">
          <ac:chgData name="siddharth jaiswal" userId="c4d0fe6b0f2f8c19" providerId="LiveId" clId="{8469EED7-6264-44BF-BDB0-9DCB6A7CFD31}" dt="2026-03-04T10:19:04.774" v="615" actId="14100"/>
          <ac:grpSpMkLst>
            <pc:docMk/>
            <pc:sldMk cId="911590498" sldId="366"/>
            <ac:grpSpMk id="43" creationId="{53834B52-2F02-2F1D-832B-9059288760AA}"/>
          </ac:grpSpMkLst>
        </pc:grpChg>
        <pc:grpChg chg="mod">
          <ac:chgData name="siddharth jaiswal" userId="c4d0fe6b0f2f8c19" providerId="LiveId" clId="{8469EED7-6264-44BF-BDB0-9DCB6A7CFD31}" dt="2026-03-04T10:19:04.774" v="615" actId="14100"/>
          <ac:grpSpMkLst>
            <pc:docMk/>
            <pc:sldMk cId="911590498" sldId="366"/>
            <ac:grpSpMk id="58" creationId="{4231A8AA-0BC4-FD34-D9AF-66C30BC55D71}"/>
          </ac:grpSpMkLst>
        </pc:grpChg>
        <pc:cxnChg chg="del">
          <ac:chgData name="siddharth jaiswal" userId="c4d0fe6b0f2f8c19" providerId="LiveId" clId="{8469EED7-6264-44BF-BDB0-9DCB6A7CFD31}" dt="2026-03-04T10:05:34.947" v="303" actId="478"/>
          <ac:cxnSpMkLst>
            <pc:docMk/>
            <pc:sldMk cId="911590498" sldId="366"/>
            <ac:cxnSpMk id="6" creationId="{AE0EF632-5065-5740-55BD-FD71FE48591F}"/>
          </ac:cxnSpMkLst>
        </pc:cxnChg>
        <pc:cxnChg chg="add mod">
          <ac:chgData name="siddharth jaiswal" userId="c4d0fe6b0f2f8c19" providerId="LiveId" clId="{8469EED7-6264-44BF-BDB0-9DCB6A7CFD31}" dt="2026-03-04T10:13:46.348" v="453" actId="1076"/>
          <ac:cxnSpMkLst>
            <pc:docMk/>
            <pc:sldMk cId="911590498" sldId="366"/>
            <ac:cxnSpMk id="26" creationId="{9E0D320D-0EA5-E72C-5051-1856ABBF5347}"/>
          </ac:cxnSpMkLst>
        </pc:cxnChg>
        <pc:cxnChg chg="add mod">
          <ac:chgData name="siddharth jaiswal" userId="c4d0fe6b0f2f8c19" providerId="LiveId" clId="{8469EED7-6264-44BF-BDB0-9DCB6A7CFD31}" dt="2026-03-04T10:18:43.791" v="611" actId="164"/>
          <ac:cxnSpMkLst>
            <pc:docMk/>
            <pc:sldMk cId="911590498" sldId="366"/>
            <ac:cxnSpMk id="30" creationId="{AC9176CD-1411-5B46-8193-D5CD2D2B211F}"/>
          </ac:cxnSpMkLst>
        </pc:cxnChg>
      </pc:sldChg>
      <pc:sldChg chg="add del">
        <pc:chgData name="siddharth jaiswal" userId="c4d0fe6b0f2f8c19" providerId="LiveId" clId="{8469EED7-6264-44BF-BDB0-9DCB6A7CFD31}" dt="2026-03-04T10:06:11.534" v="347"/>
        <pc:sldMkLst>
          <pc:docMk/>
          <pc:sldMk cId="412443205" sldId="367"/>
        </pc:sldMkLst>
      </pc:sldChg>
      <pc:sldChg chg="addSp delSp modSp add mod">
        <pc:chgData name="siddharth jaiswal" userId="c4d0fe6b0f2f8c19" providerId="LiveId" clId="{8469EED7-6264-44BF-BDB0-9DCB6A7CFD31}" dt="2026-03-04T10:24:33.976" v="772" actId="20577"/>
        <pc:sldMkLst>
          <pc:docMk/>
          <pc:sldMk cId="1333405915" sldId="367"/>
        </pc:sldMkLst>
        <pc:spChg chg="add mod">
          <ac:chgData name="siddharth jaiswal" userId="c4d0fe6b0f2f8c19" providerId="LiveId" clId="{8469EED7-6264-44BF-BDB0-9DCB6A7CFD31}" dt="2026-03-04T10:20:49.558" v="685" actId="20577"/>
          <ac:spMkLst>
            <pc:docMk/>
            <pc:sldMk cId="1333405915" sldId="367"/>
            <ac:spMk id="2" creationId="{44F1A22D-EA34-0EF1-2AD6-D77CA6E664F6}"/>
          </ac:spMkLst>
        </pc:spChg>
        <pc:spChg chg="del">
          <ac:chgData name="siddharth jaiswal" userId="c4d0fe6b0f2f8c19" providerId="LiveId" clId="{8469EED7-6264-44BF-BDB0-9DCB6A7CFD31}" dt="2026-03-04T10:20:36.736" v="664" actId="478"/>
          <ac:spMkLst>
            <pc:docMk/>
            <pc:sldMk cId="1333405915" sldId="367"/>
            <ac:spMk id="9" creationId="{DC9B528A-F968-24DB-5F23-1BCA1EBF7D8F}"/>
          </ac:spMkLst>
        </pc:spChg>
        <pc:spChg chg="mod">
          <ac:chgData name="siddharth jaiswal" userId="c4d0fe6b0f2f8c19" providerId="LiveId" clId="{8469EED7-6264-44BF-BDB0-9DCB6A7CFD31}" dt="2026-03-04T10:21:17.842" v="686"/>
          <ac:spMkLst>
            <pc:docMk/>
            <pc:sldMk cId="1333405915" sldId="367"/>
            <ac:spMk id="16" creationId="{8C752880-A6F5-470A-7A99-D5AC2DB0E160}"/>
          </ac:spMkLst>
        </pc:spChg>
        <pc:spChg chg="mod">
          <ac:chgData name="siddharth jaiswal" userId="c4d0fe6b0f2f8c19" providerId="LiveId" clId="{8469EED7-6264-44BF-BDB0-9DCB6A7CFD31}" dt="2026-03-04T10:21:56.148" v="692" actId="403"/>
          <ac:spMkLst>
            <pc:docMk/>
            <pc:sldMk cId="1333405915" sldId="367"/>
            <ac:spMk id="18" creationId="{DB1A1E30-0614-9ECB-7256-7AC05505C258}"/>
          </ac:spMkLst>
        </pc:spChg>
        <pc:spChg chg="del mod">
          <ac:chgData name="siddharth jaiswal" userId="c4d0fe6b0f2f8c19" providerId="LiveId" clId="{8469EED7-6264-44BF-BDB0-9DCB6A7CFD31}" dt="2026-03-04T10:21:27.774" v="688" actId="478"/>
          <ac:spMkLst>
            <pc:docMk/>
            <pc:sldMk cId="1333405915" sldId="367"/>
            <ac:spMk id="20" creationId="{6779CE8A-EA4D-19B8-84CD-91BFF2666A86}"/>
          </ac:spMkLst>
        </pc:spChg>
        <pc:spChg chg="del mod">
          <ac:chgData name="siddharth jaiswal" userId="c4d0fe6b0f2f8c19" providerId="LiveId" clId="{8469EED7-6264-44BF-BDB0-9DCB6A7CFD31}" dt="2026-03-04T10:22:44.452" v="704" actId="478"/>
          <ac:spMkLst>
            <pc:docMk/>
            <pc:sldMk cId="1333405915" sldId="367"/>
            <ac:spMk id="24" creationId="{49F271E7-B1F4-7D79-13DD-6651D20673A6}"/>
          </ac:spMkLst>
        </pc:spChg>
        <pc:spChg chg="del mod">
          <ac:chgData name="siddharth jaiswal" userId="c4d0fe6b0f2f8c19" providerId="LiveId" clId="{8469EED7-6264-44BF-BDB0-9DCB6A7CFD31}" dt="2026-03-04T10:21:38.343" v="689" actId="478"/>
          <ac:spMkLst>
            <pc:docMk/>
            <pc:sldMk cId="1333405915" sldId="367"/>
            <ac:spMk id="25" creationId="{44CA4F98-5541-FECA-C017-75D50EEFA2B0}"/>
          </ac:spMkLst>
        </pc:spChg>
        <pc:spChg chg="del mod">
          <ac:chgData name="siddharth jaiswal" userId="c4d0fe6b0f2f8c19" providerId="LiveId" clId="{8469EED7-6264-44BF-BDB0-9DCB6A7CFD31}" dt="2026-03-04T10:21:38.343" v="689" actId="478"/>
          <ac:spMkLst>
            <pc:docMk/>
            <pc:sldMk cId="1333405915" sldId="367"/>
            <ac:spMk id="26" creationId="{588B6240-69B7-2BA5-6ED4-203AF971D224}"/>
          </ac:spMkLst>
        </pc:spChg>
        <pc:spChg chg="del">
          <ac:chgData name="siddharth jaiswal" userId="c4d0fe6b0f2f8c19" providerId="LiveId" clId="{8469EED7-6264-44BF-BDB0-9DCB6A7CFD31}" dt="2026-03-04T10:20:36.736" v="664" actId="478"/>
          <ac:spMkLst>
            <pc:docMk/>
            <pc:sldMk cId="1333405915" sldId="367"/>
            <ac:spMk id="28" creationId="{92B9C987-E304-C057-18D9-83C2F34B7C79}"/>
          </ac:spMkLst>
        </pc:spChg>
        <pc:spChg chg="del mod">
          <ac:chgData name="siddharth jaiswal" userId="c4d0fe6b0f2f8c19" providerId="LiveId" clId="{8469EED7-6264-44BF-BDB0-9DCB6A7CFD31}" dt="2026-03-04T10:21:38.343" v="689" actId="478"/>
          <ac:spMkLst>
            <pc:docMk/>
            <pc:sldMk cId="1333405915" sldId="367"/>
            <ac:spMk id="29" creationId="{ABECABE6-2E4B-257A-0AA4-326FD0595679}"/>
          </ac:spMkLst>
        </pc:spChg>
        <pc:spChg chg="del mod">
          <ac:chgData name="siddharth jaiswal" userId="c4d0fe6b0f2f8c19" providerId="LiveId" clId="{8469EED7-6264-44BF-BDB0-9DCB6A7CFD31}" dt="2026-03-04T10:21:38.343" v="689" actId="478"/>
          <ac:spMkLst>
            <pc:docMk/>
            <pc:sldMk cId="1333405915" sldId="367"/>
            <ac:spMk id="30" creationId="{B9BA47B5-0558-A2E1-C580-F8883E1A0BCF}"/>
          </ac:spMkLst>
        </pc:spChg>
        <pc:spChg chg="del mod">
          <ac:chgData name="siddharth jaiswal" userId="c4d0fe6b0f2f8c19" providerId="LiveId" clId="{8469EED7-6264-44BF-BDB0-9DCB6A7CFD31}" dt="2026-03-04T10:21:38.343" v="689" actId="478"/>
          <ac:spMkLst>
            <pc:docMk/>
            <pc:sldMk cId="1333405915" sldId="367"/>
            <ac:spMk id="31" creationId="{13D81881-9EE9-922A-798C-F31533930199}"/>
          </ac:spMkLst>
        </pc:spChg>
        <pc:spChg chg="del mod">
          <ac:chgData name="siddharth jaiswal" userId="c4d0fe6b0f2f8c19" providerId="LiveId" clId="{8469EED7-6264-44BF-BDB0-9DCB6A7CFD31}" dt="2026-03-04T10:21:38.343" v="689" actId="478"/>
          <ac:spMkLst>
            <pc:docMk/>
            <pc:sldMk cId="1333405915" sldId="367"/>
            <ac:spMk id="32" creationId="{81B78452-1B5A-5C7B-9BCD-E3C06680280E}"/>
          </ac:spMkLst>
        </pc:spChg>
        <pc:spChg chg="del">
          <ac:chgData name="siddharth jaiswal" userId="c4d0fe6b0f2f8c19" providerId="LiveId" clId="{8469EED7-6264-44BF-BDB0-9DCB6A7CFD31}" dt="2026-03-04T10:20:36.736" v="664" actId="478"/>
          <ac:spMkLst>
            <pc:docMk/>
            <pc:sldMk cId="1333405915" sldId="367"/>
            <ac:spMk id="34" creationId="{47ABA870-6965-E757-82FF-A9B1847055FE}"/>
          </ac:spMkLst>
        </pc:spChg>
        <pc:spChg chg="del">
          <ac:chgData name="siddharth jaiswal" userId="c4d0fe6b0f2f8c19" providerId="LiveId" clId="{8469EED7-6264-44BF-BDB0-9DCB6A7CFD31}" dt="2026-03-04T10:20:36.736" v="664" actId="478"/>
          <ac:spMkLst>
            <pc:docMk/>
            <pc:sldMk cId="1333405915" sldId="367"/>
            <ac:spMk id="37" creationId="{7484D16F-E779-675A-3730-DE7903A0E0B6}"/>
          </ac:spMkLst>
        </pc:spChg>
        <pc:spChg chg="add mod">
          <ac:chgData name="siddharth jaiswal" userId="c4d0fe6b0f2f8c19" providerId="LiveId" clId="{8469EED7-6264-44BF-BDB0-9DCB6A7CFD31}" dt="2026-03-04T10:22:54.586" v="706" actId="164"/>
          <ac:spMkLst>
            <pc:docMk/>
            <pc:sldMk cId="1333405915" sldId="367"/>
            <ac:spMk id="40" creationId="{85155BFA-A684-CEA4-535E-3F5F751D9E4E}"/>
          </ac:spMkLst>
        </pc:spChg>
        <pc:spChg chg="add mod">
          <ac:chgData name="siddharth jaiswal" userId="c4d0fe6b0f2f8c19" providerId="LiveId" clId="{8469EED7-6264-44BF-BDB0-9DCB6A7CFD31}" dt="2026-03-04T10:22:54.586" v="706" actId="164"/>
          <ac:spMkLst>
            <pc:docMk/>
            <pc:sldMk cId="1333405915" sldId="367"/>
            <ac:spMk id="41" creationId="{168D46E4-C46F-4002-1986-9D13325E876A}"/>
          </ac:spMkLst>
        </pc:spChg>
        <pc:spChg chg="mod">
          <ac:chgData name="siddharth jaiswal" userId="c4d0fe6b0f2f8c19" providerId="LiveId" clId="{8469EED7-6264-44BF-BDB0-9DCB6A7CFD31}" dt="2026-03-04T10:23:01.134" v="709" actId="571"/>
          <ac:spMkLst>
            <pc:docMk/>
            <pc:sldMk cId="1333405915" sldId="367"/>
            <ac:spMk id="44" creationId="{69B00844-69AB-C880-D578-30F8DB0C6031}"/>
          </ac:spMkLst>
        </pc:spChg>
        <pc:spChg chg="mod">
          <ac:chgData name="siddharth jaiswal" userId="c4d0fe6b0f2f8c19" providerId="LiveId" clId="{8469EED7-6264-44BF-BDB0-9DCB6A7CFD31}" dt="2026-03-04T10:23:01.134" v="709" actId="571"/>
          <ac:spMkLst>
            <pc:docMk/>
            <pc:sldMk cId="1333405915" sldId="367"/>
            <ac:spMk id="45" creationId="{686553F5-2AE5-A89C-0B62-C1F62C11030E}"/>
          </ac:spMkLst>
        </pc:spChg>
        <pc:spChg chg="mod">
          <ac:chgData name="siddharth jaiswal" userId="c4d0fe6b0f2f8c19" providerId="LiveId" clId="{8469EED7-6264-44BF-BDB0-9DCB6A7CFD31}" dt="2026-03-04T10:23:01.134" v="709" actId="571"/>
          <ac:spMkLst>
            <pc:docMk/>
            <pc:sldMk cId="1333405915" sldId="367"/>
            <ac:spMk id="47" creationId="{BBA7602B-C412-082F-94E5-FA390A9C49CE}"/>
          </ac:spMkLst>
        </pc:spChg>
        <pc:spChg chg="mod">
          <ac:chgData name="siddharth jaiswal" userId="c4d0fe6b0f2f8c19" providerId="LiveId" clId="{8469EED7-6264-44BF-BDB0-9DCB6A7CFD31}" dt="2026-03-04T10:23:01.134" v="709" actId="571"/>
          <ac:spMkLst>
            <pc:docMk/>
            <pc:sldMk cId="1333405915" sldId="367"/>
            <ac:spMk id="48" creationId="{8119E59B-D781-63CF-5BA4-B9F711C76393}"/>
          </ac:spMkLst>
        </pc:spChg>
        <pc:spChg chg="mod">
          <ac:chgData name="siddharth jaiswal" userId="c4d0fe6b0f2f8c19" providerId="LiveId" clId="{8469EED7-6264-44BF-BDB0-9DCB6A7CFD31}" dt="2026-03-04T10:23:06.176" v="710" actId="571"/>
          <ac:spMkLst>
            <pc:docMk/>
            <pc:sldMk cId="1333405915" sldId="367"/>
            <ac:spMk id="50" creationId="{4556D3A6-3136-03EC-09B5-D6B050846288}"/>
          </ac:spMkLst>
        </pc:spChg>
        <pc:spChg chg="mod">
          <ac:chgData name="siddharth jaiswal" userId="c4d0fe6b0f2f8c19" providerId="LiveId" clId="{8469EED7-6264-44BF-BDB0-9DCB6A7CFD31}" dt="2026-03-04T10:23:06.176" v="710" actId="571"/>
          <ac:spMkLst>
            <pc:docMk/>
            <pc:sldMk cId="1333405915" sldId="367"/>
            <ac:spMk id="51" creationId="{D6FB51A4-DC3D-FC8A-72CA-2688B9E3DA4A}"/>
          </ac:spMkLst>
        </pc:spChg>
        <pc:spChg chg="mod">
          <ac:chgData name="siddharth jaiswal" userId="c4d0fe6b0f2f8c19" providerId="LiveId" clId="{8469EED7-6264-44BF-BDB0-9DCB6A7CFD31}" dt="2026-03-04T10:23:08.832" v="711" actId="571"/>
          <ac:spMkLst>
            <pc:docMk/>
            <pc:sldMk cId="1333405915" sldId="367"/>
            <ac:spMk id="53" creationId="{2FB90EBF-3F54-41ED-F0F2-404A8AB576DF}"/>
          </ac:spMkLst>
        </pc:spChg>
        <pc:spChg chg="mod">
          <ac:chgData name="siddharth jaiswal" userId="c4d0fe6b0f2f8c19" providerId="LiveId" clId="{8469EED7-6264-44BF-BDB0-9DCB6A7CFD31}" dt="2026-03-04T10:23:08.832" v="711" actId="571"/>
          <ac:spMkLst>
            <pc:docMk/>
            <pc:sldMk cId="1333405915" sldId="367"/>
            <ac:spMk id="54" creationId="{AF825383-9F18-26A1-086A-A8940876EC08}"/>
          </ac:spMkLst>
        </pc:spChg>
        <pc:spChg chg="mod">
          <ac:chgData name="siddharth jaiswal" userId="c4d0fe6b0f2f8c19" providerId="LiveId" clId="{8469EED7-6264-44BF-BDB0-9DCB6A7CFD31}" dt="2026-03-04T10:23:11.238" v="712" actId="571"/>
          <ac:spMkLst>
            <pc:docMk/>
            <pc:sldMk cId="1333405915" sldId="367"/>
            <ac:spMk id="56" creationId="{6A051454-8B84-6AA6-0BC5-12E1A496C493}"/>
          </ac:spMkLst>
        </pc:spChg>
        <pc:spChg chg="mod">
          <ac:chgData name="siddharth jaiswal" userId="c4d0fe6b0f2f8c19" providerId="LiveId" clId="{8469EED7-6264-44BF-BDB0-9DCB6A7CFD31}" dt="2026-03-04T10:23:11.238" v="712" actId="571"/>
          <ac:spMkLst>
            <pc:docMk/>
            <pc:sldMk cId="1333405915" sldId="367"/>
            <ac:spMk id="57" creationId="{25F52129-E52C-2A4A-4BFB-F8858C3B94CF}"/>
          </ac:spMkLst>
        </pc:spChg>
        <pc:spChg chg="mod">
          <ac:chgData name="siddharth jaiswal" userId="c4d0fe6b0f2f8c19" providerId="LiveId" clId="{8469EED7-6264-44BF-BDB0-9DCB6A7CFD31}" dt="2026-03-04T10:23:14.952" v="713" actId="571"/>
          <ac:spMkLst>
            <pc:docMk/>
            <pc:sldMk cId="1333405915" sldId="367"/>
            <ac:spMk id="59" creationId="{18EDC49F-1A03-EEB1-853D-67C89920CC9F}"/>
          </ac:spMkLst>
        </pc:spChg>
        <pc:spChg chg="mod">
          <ac:chgData name="siddharth jaiswal" userId="c4d0fe6b0f2f8c19" providerId="LiveId" clId="{8469EED7-6264-44BF-BDB0-9DCB6A7CFD31}" dt="2026-03-04T10:23:14.952" v="713" actId="571"/>
          <ac:spMkLst>
            <pc:docMk/>
            <pc:sldMk cId="1333405915" sldId="367"/>
            <ac:spMk id="60" creationId="{BCD429FD-9334-48FD-5AE6-E617E2360997}"/>
          </ac:spMkLst>
        </pc:spChg>
        <pc:spChg chg="add mod">
          <ac:chgData name="siddharth jaiswal" userId="c4d0fe6b0f2f8c19" providerId="LiveId" clId="{8469EED7-6264-44BF-BDB0-9DCB6A7CFD31}" dt="2026-03-04T10:23:45.338" v="726" actId="14100"/>
          <ac:spMkLst>
            <pc:docMk/>
            <pc:sldMk cId="1333405915" sldId="367"/>
            <ac:spMk id="61" creationId="{1FA38C94-4E2F-74F0-7433-A89F6A9BD21B}"/>
          </ac:spMkLst>
        </pc:spChg>
        <pc:spChg chg="add mod">
          <ac:chgData name="siddharth jaiswal" userId="c4d0fe6b0f2f8c19" providerId="LiveId" clId="{8469EED7-6264-44BF-BDB0-9DCB6A7CFD31}" dt="2026-03-04T10:24:21.763" v="764" actId="313"/>
          <ac:spMkLst>
            <pc:docMk/>
            <pc:sldMk cId="1333405915" sldId="367"/>
            <ac:spMk id="62" creationId="{BA3B0949-3F8A-CEBA-2D25-559AD3FFEEA6}"/>
          </ac:spMkLst>
        </pc:spChg>
        <pc:spChg chg="add mod">
          <ac:chgData name="siddharth jaiswal" userId="c4d0fe6b0f2f8c19" providerId="LiveId" clId="{8469EED7-6264-44BF-BDB0-9DCB6A7CFD31}" dt="2026-03-04T10:24:33.976" v="772" actId="20577"/>
          <ac:spMkLst>
            <pc:docMk/>
            <pc:sldMk cId="1333405915" sldId="367"/>
            <ac:spMk id="63" creationId="{06FED35A-91EC-72C2-B5FA-BE02DBD89FC0}"/>
          </ac:spMkLst>
        </pc:spChg>
        <pc:spChg chg="add mod">
          <ac:chgData name="siddharth jaiswal" userId="c4d0fe6b0f2f8c19" providerId="LiveId" clId="{8469EED7-6264-44BF-BDB0-9DCB6A7CFD31}" dt="2026-03-04T10:24:27.084" v="765"/>
          <ac:spMkLst>
            <pc:docMk/>
            <pc:sldMk cId="1333405915" sldId="367"/>
            <ac:spMk id="64" creationId="{FC9B7D9E-7436-F66E-D066-519E5B44BA3D}"/>
          </ac:spMkLst>
        </pc:spChg>
        <pc:grpChg chg="del">
          <ac:chgData name="siddharth jaiswal" userId="c4d0fe6b0f2f8c19" providerId="LiveId" clId="{8469EED7-6264-44BF-BDB0-9DCB6A7CFD31}" dt="2026-03-04T10:20:36.736" v="664" actId="478"/>
          <ac:grpSpMkLst>
            <pc:docMk/>
            <pc:sldMk cId="1333405915" sldId="367"/>
            <ac:grpSpMk id="3" creationId="{63CD77AC-93B1-D8F2-3C80-E141A189731D}"/>
          </ac:grpSpMkLst>
        </pc:grpChg>
        <pc:grpChg chg="mod">
          <ac:chgData name="siddharth jaiswal" userId="c4d0fe6b0f2f8c19" providerId="LiveId" clId="{8469EED7-6264-44BF-BDB0-9DCB6A7CFD31}" dt="2026-03-04T10:21:21.004" v="687" actId="14100"/>
          <ac:grpSpMkLst>
            <pc:docMk/>
            <pc:sldMk cId="1333405915" sldId="367"/>
            <ac:grpSpMk id="4" creationId="{84B7D052-02CE-C746-02A1-6AFC10613E63}"/>
          </ac:grpSpMkLst>
        </pc:grpChg>
        <pc:grpChg chg="del">
          <ac:chgData name="siddharth jaiswal" userId="c4d0fe6b0f2f8c19" providerId="LiveId" clId="{8469EED7-6264-44BF-BDB0-9DCB6A7CFD31}" dt="2026-03-04T10:20:36.736" v="664" actId="478"/>
          <ac:grpSpMkLst>
            <pc:docMk/>
            <pc:sldMk cId="1333405915" sldId="367"/>
            <ac:grpSpMk id="8" creationId="{00166BBA-4532-35BB-A46D-A5EABFEEA8CF}"/>
          </ac:grpSpMkLst>
        </pc:grpChg>
        <pc:grpChg chg="del">
          <ac:chgData name="siddharth jaiswal" userId="c4d0fe6b0f2f8c19" providerId="LiveId" clId="{8469EED7-6264-44BF-BDB0-9DCB6A7CFD31}" dt="2026-03-04T10:20:36.736" v="664" actId="478"/>
          <ac:grpSpMkLst>
            <pc:docMk/>
            <pc:sldMk cId="1333405915" sldId="367"/>
            <ac:grpSpMk id="12" creationId="{59CD6801-2DEA-336F-69FD-941D799D36D7}"/>
          </ac:grpSpMkLst>
        </pc:grpChg>
        <pc:grpChg chg="del">
          <ac:chgData name="siddharth jaiswal" userId="c4d0fe6b0f2f8c19" providerId="LiveId" clId="{8469EED7-6264-44BF-BDB0-9DCB6A7CFD31}" dt="2026-03-04T10:20:36.736" v="664" actId="478"/>
          <ac:grpSpMkLst>
            <pc:docMk/>
            <pc:sldMk cId="1333405915" sldId="367"/>
            <ac:grpSpMk id="15" creationId="{23E8D8C9-82A0-3407-E2C5-B9FD68D15C87}"/>
          </ac:grpSpMkLst>
        </pc:grpChg>
        <pc:grpChg chg="del">
          <ac:chgData name="siddharth jaiswal" userId="c4d0fe6b0f2f8c19" providerId="LiveId" clId="{8469EED7-6264-44BF-BDB0-9DCB6A7CFD31}" dt="2026-03-04T10:21:38.343" v="689" actId="478"/>
          <ac:grpSpMkLst>
            <pc:docMk/>
            <pc:sldMk cId="1333405915" sldId="367"/>
            <ac:grpSpMk id="21" creationId="{5D205761-7060-205D-7549-08CED7B3245A}"/>
          </ac:grpSpMkLst>
        </pc:grpChg>
        <pc:grpChg chg="del">
          <ac:chgData name="siddharth jaiswal" userId="c4d0fe6b0f2f8c19" providerId="LiveId" clId="{8469EED7-6264-44BF-BDB0-9DCB6A7CFD31}" dt="2026-03-04T10:21:38.343" v="689" actId="478"/>
          <ac:grpSpMkLst>
            <pc:docMk/>
            <pc:sldMk cId="1333405915" sldId="367"/>
            <ac:grpSpMk id="22" creationId="{22D11A32-DA63-EA8D-4C2F-A7D5FA225A63}"/>
          </ac:grpSpMkLst>
        </pc:grpChg>
        <pc:grpChg chg="del">
          <ac:chgData name="siddharth jaiswal" userId="c4d0fe6b0f2f8c19" providerId="LiveId" clId="{8469EED7-6264-44BF-BDB0-9DCB6A7CFD31}" dt="2026-03-04T10:21:38.343" v="689" actId="478"/>
          <ac:grpSpMkLst>
            <pc:docMk/>
            <pc:sldMk cId="1333405915" sldId="367"/>
            <ac:grpSpMk id="23" creationId="{6E6FD417-DF08-1C0C-D2E9-F246A0715320}"/>
          </ac:grpSpMkLst>
        </pc:grpChg>
        <pc:grpChg chg="add mod">
          <ac:chgData name="siddharth jaiswal" userId="c4d0fe6b0f2f8c19" providerId="LiveId" clId="{8469EED7-6264-44BF-BDB0-9DCB6A7CFD31}" dt="2026-03-04T10:23:24.817" v="715" actId="1076"/>
          <ac:grpSpMkLst>
            <pc:docMk/>
            <pc:sldMk cId="1333405915" sldId="367"/>
            <ac:grpSpMk id="42" creationId="{D15B35F2-C1B2-6051-6175-C8DCFB992762}"/>
          </ac:grpSpMkLst>
        </pc:grpChg>
        <pc:grpChg chg="add mod">
          <ac:chgData name="siddharth jaiswal" userId="c4d0fe6b0f2f8c19" providerId="LiveId" clId="{8469EED7-6264-44BF-BDB0-9DCB6A7CFD31}" dt="2026-03-04T10:23:01.134" v="709" actId="571"/>
          <ac:grpSpMkLst>
            <pc:docMk/>
            <pc:sldMk cId="1333405915" sldId="367"/>
            <ac:grpSpMk id="43" creationId="{D7887E8B-2F3C-210C-AF82-17774F308929}"/>
          </ac:grpSpMkLst>
        </pc:grpChg>
        <pc:grpChg chg="add mod">
          <ac:chgData name="siddharth jaiswal" userId="c4d0fe6b0f2f8c19" providerId="LiveId" clId="{8469EED7-6264-44BF-BDB0-9DCB6A7CFD31}" dt="2026-03-04T10:23:01.134" v="709" actId="571"/>
          <ac:grpSpMkLst>
            <pc:docMk/>
            <pc:sldMk cId="1333405915" sldId="367"/>
            <ac:grpSpMk id="46" creationId="{C8124273-D837-117A-21B6-D6224BCECC47}"/>
          </ac:grpSpMkLst>
        </pc:grpChg>
        <pc:grpChg chg="add mod">
          <ac:chgData name="siddharth jaiswal" userId="c4d0fe6b0f2f8c19" providerId="LiveId" clId="{8469EED7-6264-44BF-BDB0-9DCB6A7CFD31}" dt="2026-03-04T10:23:24.817" v="715" actId="1076"/>
          <ac:grpSpMkLst>
            <pc:docMk/>
            <pc:sldMk cId="1333405915" sldId="367"/>
            <ac:grpSpMk id="49" creationId="{4590846D-E1AA-4540-0074-BB6408E69188}"/>
          </ac:grpSpMkLst>
        </pc:grpChg>
        <pc:grpChg chg="add mod">
          <ac:chgData name="siddharth jaiswal" userId="c4d0fe6b0f2f8c19" providerId="LiveId" clId="{8469EED7-6264-44BF-BDB0-9DCB6A7CFD31}" dt="2026-03-04T10:23:24.817" v="715" actId="1076"/>
          <ac:grpSpMkLst>
            <pc:docMk/>
            <pc:sldMk cId="1333405915" sldId="367"/>
            <ac:grpSpMk id="52" creationId="{BBA15881-460C-30D1-F5E1-8BBA00E6EFC1}"/>
          </ac:grpSpMkLst>
        </pc:grpChg>
        <pc:grpChg chg="add mod">
          <ac:chgData name="siddharth jaiswal" userId="c4d0fe6b0f2f8c19" providerId="LiveId" clId="{8469EED7-6264-44BF-BDB0-9DCB6A7CFD31}" dt="2026-03-04T10:23:24.817" v="715" actId="1076"/>
          <ac:grpSpMkLst>
            <pc:docMk/>
            <pc:sldMk cId="1333405915" sldId="367"/>
            <ac:grpSpMk id="55" creationId="{AFF484BF-A8CE-CDDD-0577-5A03649B167C}"/>
          </ac:grpSpMkLst>
        </pc:grpChg>
        <pc:grpChg chg="add mod">
          <ac:chgData name="siddharth jaiswal" userId="c4d0fe6b0f2f8c19" providerId="LiveId" clId="{8469EED7-6264-44BF-BDB0-9DCB6A7CFD31}" dt="2026-03-04T10:23:24.817" v="715" actId="1076"/>
          <ac:grpSpMkLst>
            <pc:docMk/>
            <pc:sldMk cId="1333405915" sldId="367"/>
            <ac:grpSpMk id="58" creationId="{AEE11CB5-4F28-9DC0-10B0-D7E17A493B41}"/>
          </ac:grpSpMkLst>
        </pc:grpChg>
        <pc:graphicFrameChg chg="del">
          <ac:chgData name="siddharth jaiswal" userId="c4d0fe6b0f2f8c19" providerId="LiveId" clId="{8469EED7-6264-44BF-BDB0-9DCB6A7CFD31}" dt="2026-03-04T10:20:36.736" v="664" actId="478"/>
          <ac:graphicFrameMkLst>
            <pc:docMk/>
            <pc:sldMk cId="1333405915" sldId="367"/>
            <ac:graphicFrameMk id="5" creationId="{DEA1038A-4771-C2F5-A955-E8D57DA8D922}"/>
          </ac:graphicFrameMkLst>
        </pc:graphicFrameChg>
        <pc:cxnChg chg="del">
          <ac:chgData name="siddharth jaiswal" userId="c4d0fe6b0f2f8c19" providerId="LiveId" clId="{8469EED7-6264-44BF-BDB0-9DCB6A7CFD31}" dt="2026-03-04T10:21:27.774" v="688" actId="478"/>
          <ac:cxnSpMkLst>
            <pc:docMk/>
            <pc:sldMk cId="1333405915" sldId="367"/>
            <ac:cxnSpMk id="19" creationId="{67FBE3F5-FD04-E985-DA7B-586798074334}"/>
          </ac:cxnSpMkLst>
        </pc:cxnChg>
        <pc:cxnChg chg="add mod">
          <ac:chgData name="siddharth jaiswal" userId="c4d0fe6b0f2f8c19" providerId="LiveId" clId="{8469EED7-6264-44BF-BDB0-9DCB6A7CFD31}" dt="2026-03-04T10:22:40.502" v="703" actId="1076"/>
          <ac:cxnSpMkLst>
            <pc:docMk/>
            <pc:sldMk cId="1333405915" sldId="367"/>
            <ac:cxnSpMk id="33" creationId="{C076F710-2EE6-B4BF-B6F8-0D9E9A119885}"/>
          </ac:cxnSpMkLst>
        </pc:cxnChg>
        <pc:cxnChg chg="add mod">
          <ac:chgData name="siddharth jaiswal" userId="c4d0fe6b0f2f8c19" providerId="LiveId" clId="{8469EED7-6264-44BF-BDB0-9DCB6A7CFD31}" dt="2026-03-04T10:22:37.986" v="702" actId="14100"/>
          <ac:cxnSpMkLst>
            <pc:docMk/>
            <pc:sldMk cId="1333405915" sldId="367"/>
            <ac:cxnSpMk id="38" creationId="{7A5ABE30-2762-02E0-5298-C7BDE21FE2A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D0D1-BAC6-142C-B439-86B8B25E5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0519C-0033-4EFC-1A25-3E3BFA5CC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A4D8B-EE4B-54F3-A2C8-1DE7D090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F20A6-5872-BF58-476E-957992B8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5FC13-28F7-6ABD-22C9-2B17D8A94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07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424F-01EE-0B43-8EAC-C8EA128A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95593-7EF2-4B80-CFD0-A44D9D88D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2DF55-5658-934D-8F63-8BEAD4C90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87BF6-F650-0587-E029-2E4B4FC6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23A58-DDC2-9A35-0350-ABF3EB12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28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38D94-56E8-1DD6-5182-3C366809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2ABF2-3DE3-A095-46E0-52F41A0E4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99B65-56CC-9EC1-D87B-180991DB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FC7A2-1EE0-01AA-342B-DEC50381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FD8AF-3B53-3EE3-8C62-BB00FC6B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25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7E8B-4996-0918-C0BE-20B33101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E8D14-6F11-2002-F3DB-A07A0B27D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F85ED-B055-23F7-A6A0-294CDF459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38885-8154-FC2B-93B4-6AD96BACF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259FE-FFE7-F893-18F1-E2510583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72EF1-91B7-7EA9-2881-910F4A981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27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1350-378C-DB5D-3234-A07F319C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E6C11-E80D-34AB-FD50-24F61D31E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E2198-0215-BB38-8F43-D06FD490C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07E67-155E-44E9-AECA-B28247192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8E1C3-2D40-45B4-70CB-46148C0273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49F81-C380-80AA-676F-8B7318FDF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74524-2E80-4E08-BA48-9AF159E3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B9BD6-E9A9-245A-A61F-BB1AA677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345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ED69-3187-11F2-82BC-2ADA8139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9F270-D241-A91C-4BFD-B85D0AB4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A80F5-7C49-52C0-1929-E1C34BDD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1B1C8-D5D4-661E-0E8A-CD5AE837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395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3AEA5-9713-DC9B-D22B-3FAE530A7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853DD-5130-03A5-FA53-755DFD43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2703F-CB76-F353-48FF-31C7615F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41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0C562-A3D8-F2A2-C483-DA505871D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76FF9-AA98-08EE-9826-BA2190BA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0AAF5-B763-8A6A-ADEB-A7D269C0A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A61D5-CF76-BAC8-5FF6-728A78D29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4EB2-8293-5BA3-CACE-00477BD8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EC9CC-5191-C99C-4477-5EFF1C1E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1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0D77-E104-9533-8EB8-9E4D55BA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DFFE4-AD25-2776-B63F-3E87CD67C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06068-0D72-D1C2-0461-B69A888D6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56D31-FC19-0F96-8187-E77456A9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9D10B-EE45-91F5-21AA-CDA3EF1D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CE8EF-7C24-4C39-F8D5-EFF64623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77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072B-C8AC-BB99-C4C6-1A87DF8BE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CD90C-8603-9E6E-A617-1A5440922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96061-EB17-4B3B-1466-4D62D936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F68D8-640B-FA05-CE9A-4EEAD775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C6DF-8931-97A0-395C-232D4D22C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55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AED749-7FF5-3996-5703-5735667AA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F5C79-7442-9393-5CF2-A7D2B51BA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4C57A-0DEE-111C-042B-F8F864797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61C47-4AA7-793B-04AA-4822CBA6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24C20-8C6B-CB9B-A9D8-3C81831A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862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6F1F828-7DD6-E361-19F9-9E8C7BC0C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00" y="-27000"/>
            <a:ext cx="12307647" cy="691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D848B8-FE11-16E5-3AC2-839B1445B7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8550" y="231592"/>
            <a:ext cx="1061809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8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C72ED-D14D-8A4E-90B7-A10E2BE8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24890-C1D0-5A15-62D0-B0C1817E2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11BB7-B7CC-E424-148A-1F107071F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2F834-0D00-4240-A436-A1F8463CCC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5D8E6-14D4-513A-1CB6-C4D4F4104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71766-85A5-A367-92C3-6329ABA36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1FB5C-95C7-4712-9C0C-5ADDB34821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28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D979-9515-3ACE-8D2E-A2B0DACF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's face with purple and blue lights&#10;&#10;AI-generated content may be incorrect.">
            <a:extLst>
              <a:ext uri="{FF2B5EF4-FFF2-40B4-BE49-F238E27FC236}">
                <a16:creationId xmlns:a16="http://schemas.microsoft.com/office/drawing/2014/main" id="{9901F747-F07A-D645-7AC4-13543B89C42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0AFE1F-BA5B-C309-74DA-FC55A158BD6B}"/>
              </a:ext>
            </a:extLst>
          </p:cNvPr>
          <p:cNvSpPr/>
          <p:nvPr/>
        </p:nvSpPr>
        <p:spPr>
          <a:xfrm flipH="1">
            <a:off x="-14990" y="0"/>
            <a:ext cx="12221980" cy="6858000"/>
          </a:xfrm>
          <a:prstGeom prst="rect">
            <a:avLst/>
          </a:prstGeom>
          <a:gradFill flip="none" rotWithShape="1">
            <a:gsLst>
              <a:gs pos="73000">
                <a:srgbClr val="496EB5">
                  <a:alpha val="18000"/>
                </a:srgbClr>
              </a:gs>
              <a:gs pos="27000">
                <a:srgbClr val="273A5F"/>
              </a:gs>
              <a:gs pos="0">
                <a:srgbClr val="000000"/>
              </a:gs>
              <a:gs pos="100000">
                <a:srgbClr val="31E3B9">
                  <a:alpha val="88000"/>
                </a:srgb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7522AEF-8BDD-D1D2-1A45-6BFCD0EC1AA3}"/>
              </a:ext>
            </a:extLst>
          </p:cNvPr>
          <p:cNvSpPr txBox="1"/>
          <p:nvPr/>
        </p:nvSpPr>
        <p:spPr>
          <a:xfrm>
            <a:off x="538087" y="3131804"/>
            <a:ext cx="5073441" cy="905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73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-67" normalizeH="0" baseline="0" noProof="0" dirty="0">
                <a:ln>
                  <a:noFill/>
                </a:ln>
                <a:solidFill>
                  <a:srgbClr val="31E3B9"/>
                </a:solidFill>
                <a:effectLst/>
                <a:uLnTx/>
                <a:uFillTx/>
                <a:latin typeface="Calibri"/>
                <a:ea typeface="HK Grotesk Medium"/>
                <a:cs typeface="HK Grotesk Medium"/>
                <a:sym typeface="HK Grotesk Medium"/>
              </a:rPr>
              <a:t>Test Lab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C955B3-C2A3-8DC7-7A4D-0B119452348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8550" y="231592"/>
            <a:ext cx="1061809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03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0ECB-D2A8-AB23-212F-FB206104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EAF6B6BC-876D-18B0-AF15-4B5DF7101EAF}"/>
              </a:ext>
            </a:extLst>
          </p:cNvPr>
          <p:cNvSpPr txBox="1"/>
          <p:nvPr/>
        </p:nvSpPr>
        <p:spPr>
          <a:xfrm>
            <a:off x="538087" y="357068"/>
            <a:ext cx="11056728" cy="915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609630">
              <a:lnSpc>
                <a:spcPts val="7334"/>
              </a:lnSpc>
              <a:defRPr/>
            </a:pPr>
            <a:r>
              <a:rPr lang="en-US" sz="6000" b="1" spc="-67" dirty="0">
                <a:ea typeface="HK Grotesk Medium"/>
                <a:cs typeface="HK Grotesk Medium"/>
                <a:sym typeface="HK Grotesk Medium"/>
              </a:rPr>
              <a:t>Synthetic-People Test Lab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B0233D97-7669-9A41-B7C8-F1BB03932C1E}"/>
              </a:ext>
            </a:extLst>
          </p:cNvPr>
          <p:cNvSpPr txBox="1"/>
          <p:nvPr/>
        </p:nvSpPr>
        <p:spPr>
          <a:xfrm>
            <a:off x="538087" y="1561963"/>
            <a:ext cx="11254520" cy="5027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609630">
              <a:spcBef>
                <a:spcPts val="200"/>
              </a:spcBef>
              <a:spcAft>
                <a:spcPts val="600"/>
              </a:spcAft>
              <a:buClr>
                <a:srgbClr val="4777CD"/>
              </a:buClr>
              <a:defRPr/>
            </a:pPr>
            <a:r>
              <a:rPr lang="en-US" sz="2000" b="1" dirty="0">
                <a:solidFill>
                  <a:srgbClr val="1E1E1E"/>
                </a:solidFill>
                <a:ea typeface="HK Grotesk Light"/>
                <a:cs typeface="HK Grotesk Light"/>
                <a:sym typeface="HK Grotesk Light"/>
              </a:rPr>
              <a:t>Objective</a:t>
            </a:r>
            <a:r>
              <a:rPr lang="en-US" sz="2000" dirty="0">
                <a:solidFill>
                  <a:srgbClr val="1E1E1E"/>
                </a:solidFill>
                <a:ea typeface="HK Grotesk Light"/>
                <a:cs typeface="HK Grotesk Light"/>
                <a:sym typeface="HK Grotesk Light"/>
              </a:rPr>
              <a:t>: To provide a playground for rapid testing of SP platform against organic surveys. This will have dual purpose:</a:t>
            </a:r>
          </a:p>
          <a:p>
            <a:pPr marL="536575" lvl="0" indent="-174625" defTabSz="609630">
              <a:spcBef>
                <a:spcPts val="200"/>
              </a:spcBef>
              <a:spcAft>
                <a:spcPts val="600"/>
              </a:spcAft>
              <a:buClr>
                <a:srgbClr val="4777CD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Calibri"/>
                <a:ea typeface="HK Grotesk Light"/>
                <a:cs typeface="HK Grotesk Light"/>
                <a:sym typeface="HK Grotesk Light"/>
              </a:rPr>
              <a:t>Internal: It enables testing</a:t>
            </a:r>
            <a:r>
              <a:rPr lang="en-US" sz="2000" dirty="0">
                <a:solidFill>
                  <a:srgbClr val="1E1E1E"/>
                </a:solidFill>
                <a:latin typeface="Calibri"/>
                <a:ea typeface="HK Grotesk Light"/>
                <a:cs typeface="HK Grotesk Light"/>
                <a:sym typeface="HK Grotesk Light"/>
              </a:rPr>
              <a:t>, validation and refinement of the platform. Eventually, this will be used as a rapid PoC mechanism for clients/prospects. </a:t>
            </a:r>
          </a:p>
          <a:p>
            <a:pPr marL="536575" lvl="0" indent="-174625" defTabSz="609630">
              <a:spcBef>
                <a:spcPts val="200"/>
              </a:spcBef>
              <a:spcAft>
                <a:spcPts val="600"/>
              </a:spcAft>
              <a:buClr>
                <a:srgbClr val="4777CD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Calibri"/>
                <a:ea typeface="HK Grotesk Light"/>
                <a:cs typeface="HK Grotesk Light"/>
                <a:sym typeface="HK Grotesk Light"/>
              </a:rPr>
              <a:t>External: It will be a showcase for prospects, and investors. Our test lab will prove critical in sales closure as it will be a systematic mode of building trust, confidence. This will enable rapid PoC with prospects reducing the long sales cycle.</a:t>
            </a:r>
          </a:p>
          <a:p>
            <a:pPr marL="536575" lvl="0" indent="-174625" defTabSz="609630">
              <a:spcBef>
                <a:spcPts val="200"/>
              </a:spcBef>
              <a:spcAft>
                <a:spcPts val="600"/>
              </a:spcAft>
              <a:buClr>
                <a:srgbClr val="4777CD"/>
              </a:buClr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1E1E1E"/>
              </a:solidFill>
              <a:latin typeface="Calibri"/>
              <a:ea typeface="HK Grotesk Light"/>
              <a:cs typeface="HK Grotesk Light"/>
              <a:sym typeface="HK Grotesk Light"/>
            </a:endParaRPr>
          </a:p>
          <a:p>
            <a:pPr lvl="0" defTabSz="609630">
              <a:spcBef>
                <a:spcPts val="200"/>
              </a:spcBef>
              <a:spcAft>
                <a:spcPts val="600"/>
              </a:spcAft>
              <a:buClr>
                <a:srgbClr val="4777CD"/>
              </a:buClr>
              <a:defRPr/>
            </a:pPr>
            <a:r>
              <a:rPr lang="en-US" sz="2000" b="1" dirty="0">
                <a:solidFill>
                  <a:srgbClr val="1E1E1E"/>
                </a:solidFill>
                <a:latin typeface="Calibri"/>
                <a:ea typeface="HK Grotesk Light"/>
                <a:cs typeface="HK Grotesk Light"/>
                <a:sym typeface="HK Grotesk Light"/>
              </a:rPr>
              <a:t>Characteristics</a:t>
            </a:r>
          </a:p>
          <a:p>
            <a:pPr marL="536575" lvl="0" indent="-174625" defTabSz="609630">
              <a:spcBef>
                <a:spcPts val="200"/>
              </a:spcBef>
              <a:spcAft>
                <a:spcPts val="600"/>
              </a:spcAft>
              <a:buClr>
                <a:srgbClr val="4777CD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1E1E1E"/>
                </a:solidFill>
                <a:latin typeface="Calibri"/>
                <a:ea typeface="HK Grotesk Light"/>
                <a:cs typeface="HK Grotesk Light"/>
                <a:sym typeface="HK Grotesk Light"/>
              </a:rPr>
              <a:t>Client facing: This will be a view only system for prospects, clients will be integrated on to website upon signup.</a:t>
            </a:r>
          </a:p>
          <a:p>
            <a:pPr marL="536575" lvl="0" indent="-174625" defTabSz="609630">
              <a:spcBef>
                <a:spcPts val="200"/>
              </a:spcBef>
              <a:spcAft>
                <a:spcPts val="600"/>
              </a:spcAft>
              <a:buClr>
                <a:srgbClr val="4777CD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1E1E1E"/>
                </a:solidFill>
                <a:latin typeface="Calibri"/>
                <a:ea typeface="HK Grotesk Light"/>
                <a:cs typeface="HK Grotesk Light"/>
                <a:sym typeface="HK Grotesk Light"/>
              </a:rPr>
              <a:t>Backend: A workflow to test SP platform comparing organic surveys or data</a:t>
            </a:r>
          </a:p>
          <a:p>
            <a:pPr marL="536575" lvl="0" indent="-174625" defTabSz="609630">
              <a:spcBef>
                <a:spcPts val="200"/>
              </a:spcBef>
              <a:spcAft>
                <a:spcPts val="600"/>
              </a:spcAft>
              <a:buClr>
                <a:srgbClr val="4777CD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srgbClr val="1E1E1E"/>
                </a:solidFill>
                <a:latin typeface="Calibri"/>
                <a:ea typeface="HK Grotesk Light"/>
                <a:cs typeface="HK Grotesk Light"/>
                <a:sym typeface="HK Grotesk Light"/>
              </a:rPr>
              <a:t>PoCs</a:t>
            </a:r>
            <a:r>
              <a:rPr lang="en-US" sz="2000" dirty="0">
                <a:solidFill>
                  <a:srgbClr val="1E1E1E"/>
                </a:solidFill>
                <a:latin typeface="Calibri"/>
                <a:ea typeface="HK Grotesk Light"/>
                <a:cs typeface="HK Grotesk Light"/>
                <a:sym typeface="HK Grotesk Light"/>
              </a:rPr>
              <a:t>: Should have the ability to rapidly test client seed survey – the workflow should be less than 5 mins – mostly will be used live during client calls</a:t>
            </a:r>
            <a:endParaRPr lang="en-US" sz="2000" b="1" dirty="0">
              <a:solidFill>
                <a:srgbClr val="1E1E1E"/>
              </a:solidFill>
              <a:latin typeface="Calibri"/>
              <a:ea typeface="HK Grotesk Light"/>
              <a:cs typeface="HK Grotesk Light"/>
              <a:sym typeface="HK Grotesk Light"/>
            </a:endParaRPr>
          </a:p>
        </p:txBody>
      </p:sp>
    </p:spTree>
    <p:extLst>
      <p:ext uri="{BB962C8B-B14F-4D97-AF65-F5344CB8AC3E}">
        <p14:creationId xmlns:p14="http://schemas.microsoft.com/office/powerpoint/2010/main" val="358195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AB08-07F0-710D-9C08-879A57AC0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C2AE0F35-8296-6E9B-CE6F-B36CA0A28BAC}"/>
              </a:ext>
            </a:extLst>
          </p:cNvPr>
          <p:cNvSpPr txBox="1"/>
          <p:nvPr/>
        </p:nvSpPr>
        <p:spPr>
          <a:xfrm>
            <a:off x="328537" y="-119182"/>
            <a:ext cx="11056728" cy="829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609630">
              <a:lnSpc>
                <a:spcPts val="7334"/>
              </a:lnSpc>
              <a:defRPr/>
            </a:pPr>
            <a:r>
              <a:rPr lang="en-US" sz="3200" b="1" spc="-67" dirty="0">
                <a:ea typeface="HK Grotesk Medium"/>
                <a:cs typeface="HK Grotesk Medium"/>
                <a:sym typeface="HK Grotesk Medium"/>
              </a:rPr>
              <a:t>Landing Page (From Website)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4ADD72-245D-BD01-DF73-24C656DA098B}"/>
              </a:ext>
            </a:extLst>
          </p:cNvPr>
          <p:cNvSpPr txBox="1"/>
          <p:nvPr/>
        </p:nvSpPr>
        <p:spPr>
          <a:xfrm>
            <a:off x="328537" y="942975"/>
            <a:ext cx="11539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Title: The Synthetic People Test Studio</a:t>
            </a:r>
          </a:p>
          <a:p>
            <a:pPr algn="ctr"/>
            <a:r>
              <a:rPr lang="en-IN" dirty="0"/>
              <a:t>Tagline: Transparent. Comparable. Verifiable.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519B0-E416-FF0C-AB5E-C424102F710B}"/>
              </a:ext>
            </a:extLst>
          </p:cNvPr>
          <p:cNvSpPr txBox="1"/>
          <p:nvPr/>
        </p:nvSpPr>
        <p:spPr>
          <a:xfrm>
            <a:off x="328537" y="1821492"/>
            <a:ext cx="11539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Our test studio is a </a:t>
            </a:r>
            <a:r>
              <a:rPr lang="en-US" dirty="0"/>
              <a:t>validation environment where our simulations are systematically compared against real-world survey data. </a:t>
            </a:r>
            <a:r>
              <a:rPr lang="en-IN" dirty="0"/>
              <a:t>“We measure ourselves </a:t>
            </a:r>
            <a:r>
              <a:rPr lang="en-IN" dirty="0" err="1"/>
              <a:t>publicaly</a:t>
            </a:r>
            <a:r>
              <a:rPr lang="en-IN" dirty="0"/>
              <a:t>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31A0A-B38A-B9B6-ABEA-4C76FA231E9E}"/>
              </a:ext>
            </a:extLst>
          </p:cNvPr>
          <p:cNvSpPr txBox="1"/>
          <p:nvPr/>
        </p:nvSpPr>
        <p:spPr>
          <a:xfrm>
            <a:off x="326193" y="2506771"/>
            <a:ext cx="115396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How it Works:</a:t>
            </a:r>
          </a:p>
          <a:p>
            <a:r>
              <a:rPr lang="en-US" b="1" dirty="0"/>
              <a:t>Input</a:t>
            </a:r>
            <a:r>
              <a:rPr lang="en-US" dirty="0"/>
              <a:t>: Seed Survey Input</a:t>
            </a:r>
          </a:p>
          <a:p>
            <a:r>
              <a:rPr lang="en-US" dirty="0"/>
              <a:t>Upload a real survey or define controlled question sets.</a:t>
            </a:r>
          </a:p>
          <a:p>
            <a:r>
              <a:rPr lang="en-US" dirty="0"/>
              <a:t>Step 2: Behavioral Simulation</a:t>
            </a:r>
          </a:p>
          <a:p>
            <a:r>
              <a:rPr lang="en-US" dirty="0"/>
              <a:t>Run identical questions through calibrated Synthetic People engine.</a:t>
            </a:r>
          </a:p>
          <a:p>
            <a:r>
              <a:rPr lang="en-US" dirty="0"/>
              <a:t>Step 3: Comparative Metrics</a:t>
            </a:r>
          </a:p>
          <a:p>
            <a:r>
              <a:rPr lang="en-US" dirty="0"/>
              <a:t>Measure directional alignment, variance bands, and behavioral consistency.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64FA4A-8422-160E-0CF5-7AF7F0D76713}"/>
              </a:ext>
            </a:extLst>
          </p:cNvPr>
          <p:cNvCxnSpPr/>
          <p:nvPr/>
        </p:nvCxnSpPr>
        <p:spPr>
          <a:xfrm>
            <a:off x="200025" y="4876800"/>
            <a:ext cx="119919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5776545-D1AA-50C9-AE80-490F3B84F6F4}"/>
              </a:ext>
            </a:extLst>
          </p:cNvPr>
          <p:cNvSpPr/>
          <p:nvPr/>
        </p:nvSpPr>
        <p:spPr>
          <a:xfrm>
            <a:off x="5019675" y="4724400"/>
            <a:ext cx="2447925" cy="285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Dashboard Section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EA2B5D-A719-5875-98EC-089BE0E7A831}"/>
              </a:ext>
            </a:extLst>
          </p:cNvPr>
          <p:cNvSpPr/>
          <p:nvPr/>
        </p:nvSpPr>
        <p:spPr>
          <a:xfrm>
            <a:off x="585712" y="5301743"/>
            <a:ext cx="11472938" cy="1413380"/>
          </a:xfrm>
          <a:prstGeom prst="roundRect">
            <a:avLst/>
          </a:prstGeom>
          <a:solidFill>
            <a:srgbClr val="BAD7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BFDE616B-41FF-C6BA-49B9-6CCE83FE65EE}"/>
              </a:ext>
            </a:extLst>
          </p:cNvPr>
          <p:cNvSpPr txBox="1"/>
          <p:nvPr/>
        </p:nvSpPr>
        <p:spPr>
          <a:xfrm>
            <a:off x="4576416" y="5348845"/>
            <a:ext cx="3491529" cy="337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2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2172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Matrix</a:t>
            </a:r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1CA86CD6-A27A-6F0E-B370-8D8F2DE375FD}"/>
              </a:ext>
            </a:extLst>
          </p:cNvPr>
          <p:cNvGrpSpPr/>
          <p:nvPr/>
        </p:nvGrpSpPr>
        <p:grpSpPr>
          <a:xfrm>
            <a:off x="1059908" y="5755317"/>
            <a:ext cx="1913207" cy="840663"/>
            <a:chOff x="-461793" y="572244"/>
            <a:chExt cx="10306287" cy="1681326"/>
          </a:xfrm>
        </p:grpSpPr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D9E8E8FE-B604-AED6-6073-F02DD8D6EB1A}"/>
                </a:ext>
              </a:extLst>
            </p:cNvPr>
            <p:cNvSpPr txBox="1"/>
            <p:nvPr/>
          </p:nvSpPr>
          <p:spPr>
            <a:xfrm>
              <a:off x="0" y="1689312"/>
              <a:ext cx="9844494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-20" normalizeH="0" baseline="0" noProof="0" dirty="0">
                  <a:ln>
                    <a:noFill/>
                  </a:ln>
                  <a:solidFill>
                    <a:srgbClr val="121724"/>
                  </a:solidFill>
                  <a:effectLst/>
                  <a:uLnTx/>
                  <a:uFillTx/>
                  <a:latin typeface="Calibri"/>
                  <a:ea typeface="HK Grotesk Semi-Bold"/>
                  <a:cs typeface="HK Grotesk Semi-Bold"/>
                  <a:sym typeface="HK Grotesk Semi-Bold"/>
                </a:rPr>
                <a:t>Tests Conducted</a:t>
              </a:r>
            </a:p>
          </p:txBody>
        </p:sp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91EF7047-032A-F4F2-2711-BA30B3009081}"/>
                </a:ext>
              </a:extLst>
            </p:cNvPr>
            <p:cNvSpPr txBox="1"/>
            <p:nvPr/>
          </p:nvSpPr>
          <p:spPr>
            <a:xfrm>
              <a:off x="-461793" y="572244"/>
              <a:ext cx="9844494" cy="1308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513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1200" cap="none" spc="-47" normalizeH="0" baseline="0" noProof="0" dirty="0">
                  <a:ln>
                    <a:noFill/>
                  </a:ln>
                  <a:solidFill>
                    <a:srgbClr val="4777CD"/>
                  </a:solidFill>
                  <a:effectLst/>
                  <a:uLnTx/>
                  <a:uFillTx/>
                  <a:latin typeface="Calibri"/>
                  <a:ea typeface="HK Grotesk Medium"/>
                  <a:cs typeface="HK Grotesk Medium"/>
                  <a:sym typeface="HK Grotesk Medium"/>
                </a:rPr>
                <a:t>55</a:t>
              </a:r>
            </a:p>
          </p:txBody>
        </p:sp>
      </p:grpSp>
      <p:grpSp>
        <p:nvGrpSpPr>
          <p:cNvPr id="14" name="Group 3">
            <a:extLst>
              <a:ext uri="{FF2B5EF4-FFF2-40B4-BE49-F238E27FC236}">
                <a16:creationId xmlns:a16="http://schemas.microsoft.com/office/drawing/2014/main" id="{6173F4A4-7D14-00FD-79F9-78BEAE562C6F}"/>
              </a:ext>
            </a:extLst>
          </p:cNvPr>
          <p:cNvGrpSpPr/>
          <p:nvPr/>
        </p:nvGrpSpPr>
        <p:grpSpPr>
          <a:xfrm>
            <a:off x="3306433" y="5760972"/>
            <a:ext cx="2345947" cy="840663"/>
            <a:chOff x="-3" y="572244"/>
            <a:chExt cx="10762114" cy="1681326"/>
          </a:xfrm>
        </p:grpSpPr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81A043B5-93EB-9419-D59A-0257BEDA6F0B}"/>
                </a:ext>
              </a:extLst>
            </p:cNvPr>
            <p:cNvSpPr txBox="1"/>
            <p:nvPr/>
          </p:nvSpPr>
          <p:spPr>
            <a:xfrm>
              <a:off x="-3" y="1689312"/>
              <a:ext cx="10762114" cy="5642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-20" normalizeH="0" baseline="0" noProof="0" dirty="0">
                  <a:ln>
                    <a:noFill/>
                  </a:ln>
                  <a:solidFill>
                    <a:srgbClr val="121724"/>
                  </a:solidFill>
                  <a:effectLst/>
                  <a:uLnTx/>
                  <a:uFillTx/>
                  <a:latin typeface="Calibri"/>
                  <a:ea typeface="HK Grotesk Semi-Bold"/>
                  <a:cs typeface="HK Grotesk Semi-Bold"/>
                  <a:sym typeface="HK Grotesk Semi-Bold"/>
                </a:rPr>
                <a:t>Avg. Alignment Score</a:t>
              </a:r>
            </a:p>
          </p:txBody>
        </p:sp>
        <p:sp>
          <p:nvSpPr>
            <p:cNvPr id="16" name="TextBox 5">
              <a:extLst>
                <a:ext uri="{FF2B5EF4-FFF2-40B4-BE49-F238E27FC236}">
                  <a16:creationId xmlns:a16="http://schemas.microsoft.com/office/drawing/2014/main" id="{EA287889-09AB-3B63-E463-27FAD488E785}"/>
                </a:ext>
              </a:extLst>
            </p:cNvPr>
            <p:cNvSpPr txBox="1"/>
            <p:nvPr/>
          </p:nvSpPr>
          <p:spPr>
            <a:xfrm>
              <a:off x="2190898" y="572244"/>
              <a:ext cx="6723923" cy="1308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513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1200" cap="none" spc="-47" normalizeH="0" baseline="0" noProof="0" dirty="0">
                  <a:ln>
                    <a:noFill/>
                  </a:ln>
                  <a:solidFill>
                    <a:srgbClr val="4777CD"/>
                  </a:solidFill>
                  <a:effectLst/>
                  <a:uLnTx/>
                  <a:uFillTx/>
                  <a:latin typeface="Calibri"/>
                  <a:ea typeface="HK Grotesk Medium"/>
                  <a:cs typeface="HK Grotesk Medium"/>
                  <a:sym typeface="HK Grotesk Medium"/>
                </a:rPr>
                <a:t>83%</a:t>
              </a:r>
            </a:p>
          </p:txBody>
        </p:sp>
      </p:grpSp>
      <p:grpSp>
        <p:nvGrpSpPr>
          <p:cNvPr id="17" name="Group 3">
            <a:extLst>
              <a:ext uri="{FF2B5EF4-FFF2-40B4-BE49-F238E27FC236}">
                <a16:creationId xmlns:a16="http://schemas.microsoft.com/office/drawing/2014/main" id="{C94CB9D2-6C44-497E-4B4F-64C61B43D5D5}"/>
              </a:ext>
            </a:extLst>
          </p:cNvPr>
          <p:cNvGrpSpPr/>
          <p:nvPr/>
        </p:nvGrpSpPr>
        <p:grpSpPr>
          <a:xfrm>
            <a:off x="5985698" y="5723437"/>
            <a:ext cx="2345947" cy="840663"/>
            <a:chOff x="-3" y="572244"/>
            <a:chExt cx="10762114" cy="1681326"/>
          </a:xfrm>
        </p:grpSpPr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1451C962-CE6B-0905-49F1-E8FB12CD072A}"/>
                </a:ext>
              </a:extLst>
            </p:cNvPr>
            <p:cNvSpPr txBox="1"/>
            <p:nvPr/>
          </p:nvSpPr>
          <p:spPr>
            <a:xfrm>
              <a:off x="-3" y="1689312"/>
              <a:ext cx="10762114" cy="5642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-20" normalizeH="0" baseline="0" noProof="0" dirty="0">
                  <a:ln>
                    <a:noFill/>
                  </a:ln>
                  <a:solidFill>
                    <a:srgbClr val="121724"/>
                  </a:solidFill>
                  <a:effectLst/>
                  <a:uLnTx/>
                  <a:uFillTx/>
                  <a:latin typeface="Calibri"/>
                  <a:ea typeface="HK Grotesk Semi-Bold"/>
                  <a:cs typeface="HK Grotesk Semi-Bold"/>
                  <a:sym typeface="HK Grotesk Semi-Bold"/>
                </a:rPr>
                <a:t>Avg. Variance Range</a:t>
              </a:r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DAD4A6EF-E144-CCF5-F7FB-87A7C602743A}"/>
                </a:ext>
              </a:extLst>
            </p:cNvPr>
            <p:cNvSpPr txBox="1"/>
            <p:nvPr/>
          </p:nvSpPr>
          <p:spPr>
            <a:xfrm>
              <a:off x="2190898" y="572244"/>
              <a:ext cx="6723923" cy="1308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513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spc="-47" dirty="0">
                  <a:solidFill>
                    <a:srgbClr val="4777CD"/>
                  </a:solidFill>
                  <a:latin typeface="Calibri"/>
                  <a:ea typeface="HK Grotesk Medium"/>
                  <a:cs typeface="HK Grotesk Medium"/>
                  <a:sym typeface="HK Grotesk Medium"/>
                </a:rPr>
                <a:t>2</a:t>
              </a:r>
              <a:r>
                <a:rPr kumimoji="0" lang="en-US" sz="4800" b="1" i="0" u="none" strike="noStrike" kern="1200" cap="none" spc="-47" normalizeH="0" baseline="0" noProof="0" dirty="0">
                  <a:ln>
                    <a:noFill/>
                  </a:ln>
                  <a:solidFill>
                    <a:srgbClr val="4777CD"/>
                  </a:solidFill>
                  <a:effectLst/>
                  <a:uLnTx/>
                  <a:uFillTx/>
                  <a:latin typeface="Calibri"/>
                  <a:ea typeface="HK Grotesk Medium"/>
                  <a:cs typeface="HK Grotesk Medium"/>
                  <a:sym typeface="HK Grotesk Medium"/>
                </a:rPr>
                <a:t>3%</a:t>
              </a:r>
            </a:p>
          </p:txBody>
        </p:sp>
      </p:grpSp>
      <p:grpSp>
        <p:nvGrpSpPr>
          <p:cNvPr id="20" name="Group 3">
            <a:extLst>
              <a:ext uri="{FF2B5EF4-FFF2-40B4-BE49-F238E27FC236}">
                <a16:creationId xmlns:a16="http://schemas.microsoft.com/office/drawing/2014/main" id="{282DB90B-B4F1-88CA-BEAE-50A325E373CA}"/>
              </a:ext>
            </a:extLst>
          </p:cNvPr>
          <p:cNvGrpSpPr/>
          <p:nvPr/>
        </p:nvGrpSpPr>
        <p:grpSpPr>
          <a:xfrm>
            <a:off x="8664963" y="5720575"/>
            <a:ext cx="2345947" cy="840663"/>
            <a:chOff x="-3" y="572244"/>
            <a:chExt cx="10762114" cy="1681326"/>
          </a:xfrm>
        </p:grpSpPr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E975A88-3005-6F04-8087-EEC57C6045EC}"/>
                </a:ext>
              </a:extLst>
            </p:cNvPr>
            <p:cNvSpPr txBox="1"/>
            <p:nvPr/>
          </p:nvSpPr>
          <p:spPr>
            <a:xfrm>
              <a:off x="-3" y="1689312"/>
              <a:ext cx="10762114" cy="5642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-20" normalizeH="0" baseline="0" noProof="0" dirty="0">
                  <a:ln>
                    <a:noFill/>
                  </a:ln>
                  <a:solidFill>
                    <a:srgbClr val="121724"/>
                  </a:solidFill>
                  <a:effectLst/>
                  <a:uLnTx/>
                  <a:uFillTx/>
                  <a:latin typeface="Calibri"/>
                  <a:ea typeface="HK Grotesk Semi-Bold"/>
                  <a:cs typeface="HK Grotesk Semi-Bold"/>
                  <a:sym typeface="HK Grotesk Semi-Bold"/>
                </a:rPr>
                <a:t>Avg. Stability Indicator</a:t>
              </a:r>
            </a:p>
          </p:txBody>
        </p:sp>
        <p:sp>
          <p:nvSpPr>
            <p:cNvPr id="22" name="TextBox 5">
              <a:extLst>
                <a:ext uri="{FF2B5EF4-FFF2-40B4-BE49-F238E27FC236}">
                  <a16:creationId xmlns:a16="http://schemas.microsoft.com/office/drawing/2014/main" id="{06CAA85F-505C-516E-7426-D378D656AA0D}"/>
                </a:ext>
              </a:extLst>
            </p:cNvPr>
            <p:cNvSpPr txBox="1"/>
            <p:nvPr/>
          </p:nvSpPr>
          <p:spPr>
            <a:xfrm>
              <a:off x="2190898" y="572244"/>
              <a:ext cx="6723923" cy="1308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513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1200" cap="none" spc="-47" normalizeH="0" baseline="0" noProof="0" dirty="0">
                  <a:ln>
                    <a:noFill/>
                  </a:ln>
                  <a:solidFill>
                    <a:srgbClr val="4777CD"/>
                  </a:solidFill>
                  <a:effectLst/>
                  <a:uLnTx/>
                  <a:uFillTx/>
                  <a:latin typeface="Calibri"/>
                  <a:ea typeface="HK Grotesk Medium"/>
                  <a:cs typeface="HK Grotesk Medium"/>
                  <a:sym typeface="HK Grotesk Medium"/>
                </a:rPr>
                <a:t>13%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185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DB4A-F024-DD23-F342-ED35429C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C0025D55-96AD-F0C9-E127-190AC666C82B}"/>
              </a:ext>
            </a:extLst>
          </p:cNvPr>
          <p:cNvSpPr txBox="1"/>
          <p:nvPr/>
        </p:nvSpPr>
        <p:spPr>
          <a:xfrm>
            <a:off x="328537" y="-119182"/>
            <a:ext cx="11056728" cy="829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609630">
              <a:lnSpc>
                <a:spcPts val="7334"/>
              </a:lnSpc>
              <a:defRPr/>
            </a:pPr>
            <a:r>
              <a:rPr lang="en-US" sz="3200" b="1" spc="-67" dirty="0">
                <a:ea typeface="HK Grotesk Medium"/>
                <a:cs typeface="HK Grotesk Medium"/>
                <a:sym typeface="HK Grotesk Medium"/>
              </a:rPr>
              <a:t>Landing Page (Continuation)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C06CE0-6154-765D-B4AD-58E48D197650}"/>
              </a:ext>
            </a:extLst>
          </p:cNvPr>
          <p:cNvSpPr txBox="1"/>
          <p:nvPr/>
        </p:nvSpPr>
        <p:spPr>
          <a:xfrm>
            <a:off x="328537" y="942975"/>
            <a:ext cx="115396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Hoover tool tip for each:</a:t>
            </a:r>
          </a:p>
          <a:p>
            <a:r>
              <a:rPr lang="en-IN" sz="1400" dirty="0"/>
              <a:t>Tests Conducted: </a:t>
            </a:r>
            <a:r>
              <a:rPr lang="en-US" sz="1400" dirty="0"/>
              <a:t>Represents how many independent validation cycles were run </a:t>
            </a:r>
            <a:endParaRPr lang="en-IN" sz="1400" dirty="0"/>
          </a:p>
          <a:p>
            <a:r>
              <a:rPr lang="en-IN" sz="1400" dirty="0"/>
              <a:t>Alignment Score: </a:t>
            </a:r>
            <a:r>
              <a:rPr lang="en-US" sz="1400" dirty="0"/>
              <a:t>Directional correlation between organic and synthetic outputs.</a:t>
            </a:r>
          </a:p>
          <a:p>
            <a:r>
              <a:rPr lang="en-IN" sz="1400" dirty="0"/>
              <a:t>Variance Range: Explained deviation range across response distribution.</a:t>
            </a:r>
          </a:p>
          <a:p>
            <a:r>
              <a:rPr lang="en-IN" sz="1400" dirty="0"/>
              <a:t>Signal Stability Indicator: </a:t>
            </a:r>
            <a:r>
              <a:rPr lang="en-US" sz="1400" dirty="0"/>
              <a:t>Indicates the repeatability of our behavioral outputs under identical conditions.</a:t>
            </a:r>
            <a:endParaRPr lang="en-IN" sz="1400" dirty="0"/>
          </a:p>
          <a:p>
            <a:endParaRPr lang="en-IN" sz="1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0D320D-0EA5-E72C-5051-1856ABBF5347}"/>
              </a:ext>
            </a:extLst>
          </p:cNvPr>
          <p:cNvCxnSpPr/>
          <p:nvPr/>
        </p:nvCxnSpPr>
        <p:spPr>
          <a:xfrm>
            <a:off x="100012" y="2389525"/>
            <a:ext cx="119919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E11B0B3-BAE3-66D0-CCAF-749F421F93DD}"/>
              </a:ext>
            </a:extLst>
          </p:cNvPr>
          <p:cNvSpPr/>
          <p:nvPr/>
        </p:nvSpPr>
        <p:spPr>
          <a:xfrm>
            <a:off x="4919662" y="2237125"/>
            <a:ext cx="2447925" cy="285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Test Configuration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150272-CA27-D774-DBFB-0C1F00421F9A}"/>
              </a:ext>
            </a:extLst>
          </p:cNvPr>
          <p:cNvGrpSpPr/>
          <p:nvPr/>
        </p:nvGrpSpPr>
        <p:grpSpPr>
          <a:xfrm>
            <a:off x="314480" y="2621711"/>
            <a:ext cx="3485996" cy="3455239"/>
            <a:chOff x="314480" y="2621711"/>
            <a:chExt cx="3485996" cy="345523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8649C4F-14B2-24BA-887E-63C0193125E1}"/>
                </a:ext>
              </a:extLst>
            </p:cNvPr>
            <p:cNvSpPr/>
            <p:nvPr/>
          </p:nvSpPr>
          <p:spPr>
            <a:xfrm>
              <a:off x="328538" y="2621711"/>
              <a:ext cx="3471938" cy="3455239"/>
            </a:xfrm>
            <a:prstGeom prst="roundRect">
              <a:avLst/>
            </a:prstGeom>
            <a:solidFill>
              <a:srgbClr val="BAD7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1BBDF-BA04-84F2-3C76-E8D6A23F88AB}"/>
                </a:ext>
              </a:extLst>
            </p:cNvPr>
            <p:cNvSpPr txBox="1"/>
            <p:nvPr/>
          </p:nvSpPr>
          <p:spPr>
            <a:xfrm>
              <a:off x="477990" y="2846716"/>
              <a:ext cx="3017686" cy="1280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Test ID: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Survey Title: How India shops online 2025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Publisher: PWC India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/>
                <a:t>Sample Size: 2,600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No of Questions: 20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C9176CD-1411-5B46-8193-D5CD2D2B211F}"/>
                </a:ext>
              </a:extLst>
            </p:cNvPr>
            <p:cNvCxnSpPr/>
            <p:nvPr/>
          </p:nvCxnSpPr>
          <p:spPr>
            <a:xfrm>
              <a:off x="494051" y="4408825"/>
              <a:ext cx="315786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7A2995-1B27-C537-5B57-72F9F4FF3204}"/>
                </a:ext>
              </a:extLst>
            </p:cNvPr>
            <p:cNvSpPr/>
            <p:nvPr/>
          </p:nvSpPr>
          <p:spPr>
            <a:xfrm>
              <a:off x="1030431" y="4256429"/>
              <a:ext cx="2225386" cy="2857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Synthetic People Simulation Run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280BACC-09A4-7781-6C3B-CA848F8CA86E}"/>
                </a:ext>
              </a:extLst>
            </p:cNvPr>
            <p:cNvGrpSpPr/>
            <p:nvPr/>
          </p:nvGrpSpPr>
          <p:grpSpPr>
            <a:xfrm>
              <a:off x="314480" y="4690007"/>
              <a:ext cx="1134723" cy="547062"/>
              <a:chOff x="333530" y="4690007"/>
              <a:chExt cx="1134723" cy="54706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F7C909-94D3-8CD8-1652-5ED1640AC601}"/>
                  </a:ext>
                </a:extLst>
              </p:cNvPr>
              <p:cNvSpPr txBox="1"/>
              <p:nvPr/>
            </p:nvSpPr>
            <p:spPr>
              <a:xfrm>
                <a:off x="618848" y="4690007"/>
                <a:ext cx="678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83%</a:t>
                </a:r>
                <a:endParaRPr lang="en-IN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C0E9C4-F93B-96F3-EB10-693E40331273}"/>
                  </a:ext>
                </a:extLst>
              </p:cNvPr>
              <p:cNvSpPr txBox="1"/>
              <p:nvPr/>
            </p:nvSpPr>
            <p:spPr>
              <a:xfrm>
                <a:off x="333530" y="4971355"/>
                <a:ext cx="1134723" cy="26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marR="0" lvl="0" indent="0" algn="ctr" defTabSz="609630" rtl="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121724"/>
                    </a:solidFill>
                    <a:effectLst/>
                    <a:uLnTx/>
                    <a:uFillTx/>
                    <a:latin typeface="Calibri"/>
                    <a:ea typeface="HK Grotesk Semi-Bold"/>
                    <a:cs typeface="HK Grotesk Semi-Bold"/>
                    <a:sym typeface="HK Grotesk Semi-Bold"/>
                  </a:rPr>
                  <a:t>Alignment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A331A25-F98E-9122-5659-8CD19974930A}"/>
                </a:ext>
              </a:extLst>
            </p:cNvPr>
            <p:cNvGrpSpPr/>
            <p:nvPr/>
          </p:nvGrpSpPr>
          <p:grpSpPr>
            <a:xfrm>
              <a:off x="1480592" y="4690007"/>
              <a:ext cx="1134723" cy="547062"/>
              <a:chOff x="333530" y="4690007"/>
              <a:chExt cx="1134723" cy="547062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CEB16C-66B9-FDC1-C731-E728D3F10DC4}"/>
                  </a:ext>
                </a:extLst>
              </p:cNvPr>
              <p:cNvSpPr txBox="1"/>
              <p:nvPr/>
            </p:nvSpPr>
            <p:spPr>
              <a:xfrm>
                <a:off x="618848" y="4690007"/>
                <a:ext cx="678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83%</a:t>
                </a:r>
                <a:endParaRPr lang="en-IN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7C2D240-6357-56B7-7697-85A823AFB0B5}"/>
                  </a:ext>
                </a:extLst>
              </p:cNvPr>
              <p:cNvSpPr txBox="1"/>
              <p:nvPr/>
            </p:nvSpPr>
            <p:spPr>
              <a:xfrm>
                <a:off x="333530" y="4971355"/>
                <a:ext cx="1134723" cy="26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marR="0" lvl="0" indent="0" algn="ctr" defTabSz="609630" rtl="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121724"/>
                    </a:solidFill>
                    <a:effectLst/>
                    <a:uLnTx/>
                    <a:uFillTx/>
                    <a:latin typeface="Calibri"/>
                    <a:ea typeface="HK Grotesk Semi-Bold"/>
                    <a:cs typeface="HK Grotesk Semi-Bold"/>
                    <a:sym typeface="HK Grotesk Semi-Bold"/>
                  </a:rPr>
                  <a:t>Alignment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499DE1A-0635-A615-3901-BC2B3F74DFB9}"/>
                </a:ext>
              </a:extLst>
            </p:cNvPr>
            <p:cNvGrpSpPr/>
            <p:nvPr/>
          </p:nvGrpSpPr>
          <p:grpSpPr>
            <a:xfrm>
              <a:off x="2646703" y="4670955"/>
              <a:ext cx="1134723" cy="547062"/>
              <a:chOff x="333530" y="4690007"/>
              <a:chExt cx="1134723" cy="54706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DF41561-A743-AB95-566C-98174E1DF42B}"/>
                  </a:ext>
                </a:extLst>
              </p:cNvPr>
              <p:cNvSpPr txBox="1"/>
              <p:nvPr/>
            </p:nvSpPr>
            <p:spPr>
              <a:xfrm>
                <a:off x="618848" y="4690007"/>
                <a:ext cx="678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83%</a:t>
                </a:r>
                <a:endParaRPr lang="en-IN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F077B4D-F436-BDA8-F2E9-968B414BA912}"/>
                  </a:ext>
                </a:extLst>
              </p:cNvPr>
              <p:cNvSpPr txBox="1"/>
              <p:nvPr/>
            </p:nvSpPr>
            <p:spPr>
              <a:xfrm>
                <a:off x="333530" y="4971355"/>
                <a:ext cx="1134723" cy="26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marR="0" lvl="0" indent="0" algn="ctr" defTabSz="609630" rtl="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121724"/>
                    </a:solidFill>
                    <a:effectLst/>
                    <a:uLnTx/>
                    <a:uFillTx/>
                    <a:latin typeface="Calibri"/>
                    <a:ea typeface="HK Grotesk Semi-Bold"/>
                    <a:cs typeface="HK Grotesk Semi-Bold"/>
                    <a:sym typeface="HK Grotesk Semi-Bold"/>
                  </a:rPr>
                  <a:t>Alignment</a:t>
                </a:r>
              </a:p>
            </p:txBody>
          </p:sp>
        </p:grp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EA784DA-6CB4-6E42-0394-83313052611B}"/>
                </a:ext>
              </a:extLst>
            </p:cNvPr>
            <p:cNvSpPr/>
            <p:nvPr/>
          </p:nvSpPr>
          <p:spPr>
            <a:xfrm>
              <a:off x="2466976" y="5600436"/>
              <a:ext cx="1028700" cy="31432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/>
                <a:t>View Details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F518307-6D02-20C9-8E7D-29F651F750E0}"/>
              </a:ext>
            </a:extLst>
          </p:cNvPr>
          <p:cNvGrpSpPr/>
          <p:nvPr/>
        </p:nvGrpSpPr>
        <p:grpSpPr>
          <a:xfrm>
            <a:off x="4095905" y="2675266"/>
            <a:ext cx="3485996" cy="3455239"/>
            <a:chOff x="314480" y="2621711"/>
            <a:chExt cx="3485996" cy="3455239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F00766EF-B9CF-1AD3-49BB-4E7688037445}"/>
                </a:ext>
              </a:extLst>
            </p:cNvPr>
            <p:cNvSpPr/>
            <p:nvPr/>
          </p:nvSpPr>
          <p:spPr>
            <a:xfrm>
              <a:off x="328538" y="2621711"/>
              <a:ext cx="3471938" cy="3455239"/>
            </a:xfrm>
            <a:prstGeom prst="roundRect">
              <a:avLst/>
            </a:prstGeom>
            <a:solidFill>
              <a:srgbClr val="BAD7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1FD1898-F908-5526-57A9-F198C83B99E1}"/>
                </a:ext>
              </a:extLst>
            </p:cNvPr>
            <p:cNvSpPr txBox="1"/>
            <p:nvPr/>
          </p:nvSpPr>
          <p:spPr>
            <a:xfrm>
              <a:off x="477990" y="2846716"/>
              <a:ext cx="3017686" cy="1280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Test ID: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Survey Title: How India shops online 2025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Publisher: PWC India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/>
                <a:t>Sample Size: 2,600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No of Questions: 20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E582B60-7C7F-A342-C5BE-B47A84B8EF3D}"/>
                </a:ext>
              </a:extLst>
            </p:cNvPr>
            <p:cNvCxnSpPr/>
            <p:nvPr/>
          </p:nvCxnSpPr>
          <p:spPr>
            <a:xfrm>
              <a:off x="494051" y="4408825"/>
              <a:ext cx="315786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068806D-D5C3-D261-7EEB-661B23F036E2}"/>
                </a:ext>
              </a:extLst>
            </p:cNvPr>
            <p:cNvSpPr/>
            <p:nvPr/>
          </p:nvSpPr>
          <p:spPr>
            <a:xfrm>
              <a:off x="1030431" y="4256429"/>
              <a:ext cx="2225386" cy="2857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Synthetic People Simulation Run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50F1B14-C57C-908A-0EC6-AB88FF517A15}"/>
                </a:ext>
              </a:extLst>
            </p:cNvPr>
            <p:cNvGrpSpPr/>
            <p:nvPr/>
          </p:nvGrpSpPr>
          <p:grpSpPr>
            <a:xfrm>
              <a:off x="314480" y="4690007"/>
              <a:ext cx="1134723" cy="547062"/>
              <a:chOff x="333530" y="4690007"/>
              <a:chExt cx="1134723" cy="547062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EE2C98F-7638-1157-12CC-7F8C929CEF41}"/>
                  </a:ext>
                </a:extLst>
              </p:cNvPr>
              <p:cNvSpPr txBox="1"/>
              <p:nvPr/>
            </p:nvSpPr>
            <p:spPr>
              <a:xfrm>
                <a:off x="618848" y="4690007"/>
                <a:ext cx="678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83%</a:t>
                </a:r>
                <a:endParaRPr lang="en-IN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CC4E85C-1908-A18E-D51D-FFBFDD37A22F}"/>
                  </a:ext>
                </a:extLst>
              </p:cNvPr>
              <p:cNvSpPr txBox="1"/>
              <p:nvPr/>
            </p:nvSpPr>
            <p:spPr>
              <a:xfrm>
                <a:off x="333530" y="4971355"/>
                <a:ext cx="1134723" cy="26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marR="0" lvl="0" indent="0" algn="ctr" defTabSz="609630" rtl="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121724"/>
                    </a:solidFill>
                    <a:effectLst/>
                    <a:uLnTx/>
                    <a:uFillTx/>
                    <a:latin typeface="Calibri"/>
                    <a:ea typeface="HK Grotesk Semi-Bold"/>
                    <a:cs typeface="HK Grotesk Semi-Bold"/>
                    <a:sym typeface="HK Grotesk Semi-Bold"/>
                  </a:rPr>
                  <a:t>Alignment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6558E60-7CA1-FE70-7975-DC12826EFAB4}"/>
                </a:ext>
              </a:extLst>
            </p:cNvPr>
            <p:cNvGrpSpPr/>
            <p:nvPr/>
          </p:nvGrpSpPr>
          <p:grpSpPr>
            <a:xfrm>
              <a:off x="1480592" y="4690007"/>
              <a:ext cx="1134723" cy="547062"/>
              <a:chOff x="333530" y="4690007"/>
              <a:chExt cx="1134723" cy="547062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77E8107-87A0-5AB2-A15E-5FA5ABD50188}"/>
                  </a:ext>
                </a:extLst>
              </p:cNvPr>
              <p:cNvSpPr txBox="1"/>
              <p:nvPr/>
            </p:nvSpPr>
            <p:spPr>
              <a:xfrm>
                <a:off x="618848" y="4690007"/>
                <a:ext cx="678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83%</a:t>
                </a:r>
                <a:endParaRPr lang="en-IN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6FE3AA2-D688-9CFF-39C5-C26B74267C0D}"/>
                  </a:ext>
                </a:extLst>
              </p:cNvPr>
              <p:cNvSpPr txBox="1"/>
              <p:nvPr/>
            </p:nvSpPr>
            <p:spPr>
              <a:xfrm>
                <a:off x="333530" y="4971355"/>
                <a:ext cx="1134723" cy="26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marR="0" lvl="0" indent="0" algn="ctr" defTabSz="609630" rtl="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121724"/>
                    </a:solidFill>
                    <a:effectLst/>
                    <a:uLnTx/>
                    <a:uFillTx/>
                    <a:latin typeface="Calibri"/>
                    <a:ea typeface="HK Grotesk Semi-Bold"/>
                    <a:cs typeface="HK Grotesk Semi-Bold"/>
                    <a:sym typeface="HK Grotesk Semi-Bold"/>
                  </a:rPr>
                  <a:t>Alignment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2FC528D2-3578-9B3B-A2C4-AB8F43E042B4}"/>
                </a:ext>
              </a:extLst>
            </p:cNvPr>
            <p:cNvGrpSpPr/>
            <p:nvPr/>
          </p:nvGrpSpPr>
          <p:grpSpPr>
            <a:xfrm>
              <a:off x="2646703" y="4670955"/>
              <a:ext cx="1134723" cy="547062"/>
              <a:chOff x="333530" y="4690007"/>
              <a:chExt cx="1134723" cy="547062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A7149B5-60C3-3168-EC02-9C8390F3E310}"/>
                  </a:ext>
                </a:extLst>
              </p:cNvPr>
              <p:cNvSpPr txBox="1"/>
              <p:nvPr/>
            </p:nvSpPr>
            <p:spPr>
              <a:xfrm>
                <a:off x="618848" y="4690007"/>
                <a:ext cx="678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83%</a:t>
                </a:r>
                <a:endParaRPr lang="en-IN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3528082-A2A9-99B8-C0EF-AC35EDE4ACBA}"/>
                  </a:ext>
                </a:extLst>
              </p:cNvPr>
              <p:cNvSpPr txBox="1"/>
              <p:nvPr/>
            </p:nvSpPr>
            <p:spPr>
              <a:xfrm>
                <a:off x="333530" y="4971355"/>
                <a:ext cx="1134723" cy="26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marR="0" lvl="0" indent="0" algn="ctr" defTabSz="609630" rtl="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121724"/>
                    </a:solidFill>
                    <a:effectLst/>
                    <a:uLnTx/>
                    <a:uFillTx/>
                    <a:latin typeface="Calibri"/>
                    <a:ea typeface="HK Grotesk Semi-Bold"/>
                    <a:cs typeface="HK Grotesk Semi-Bold"/>
                    <a:sym typeface="HK Grotesk Semi-Bold"/>
                  </a:rPr>
                  <a:t>Alignment</a:t>
                </a:r>
              </a:p>
            </p:txBody>
          </p:sp>
        </p:grp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F648F05C-261E-CB97-0BDF-25336B951EB6}"/>
                </a:ext>
              </a:extLst>
            </p:cNvPr>
            <p:cNvSpPr/>
            <p:nvPr/>
          </p:nvSpPr>
          <p:spPr>
            <a:xfrm>
              <a:off x="2466976" y="5600436"/>
              <a:ext cx="1028700" cy="31432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/>
                <a:t>View Details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16EC47A-2590-E385-D191-AF50ED934E77}"/>
              </a:ext>
            </a:extLst>
          </p:cNvPr>
          <p:cNvGrpSpPr/>
          <p:nvPr/>
        </p:nvGrpSpPr>
        <p:grpSpPr>
          <a:xfrm>
            <a:off x="8106206" y="2671679"/>
            <a:ext cx="3485996" cy="3455239"/>
            <a:chOff x="314480" y="2621711"/>
            <a:chExt cx="3485996" cy="3455239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69FB2830-0200-7B58-9463-B997304AAB43}"/>
                </a:ext>
              </a:extLst>
            </p:cNvPr>
            <p:cNvSpPr/>
            <p:nvPr/>
          </p:nvSpPr>
          <p:spPr>
            <a:xfrm>
              <a:off x="328538" y="2621711"/>
              <a:ext cx="3471938" cy="3455239"/>
            </a:xfrm>
            <a:prstGeom prst="roundRect">
              <a:avLst/>
            </a:prstGeom>
            <a:solidFill>
              <a:srgbClr val="BAD7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DCB58D6-6945-0F3F-37C8-C1202D7DFECF}"/>
                </a:ext>
              </a:extLst>
            </p:cNvPr>
            <p:cNvSpPr txBox="1"/>
            <p:nvPr/>
          </p:nvSpPr>
          <p:spPr>
            <a:xfrm>
              <a:off x="477990" y="2846716"/>
              <a:ext cx="3017686" cy="1280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Test ID: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Survey Title: How India shops online 2025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Publisher: PWC India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/>
                <a:t>Sample Size: 2,600</a:t>
              </a:r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</a:rPr>
                <a:t>No of Questions: 20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6A8BE45-0BB4-EE2D-8BCF-20E314405F7E}"/>
                </a:ext>
              </a:extLst>
            </p:cNvPr>
            <p:cNvCxnSpPr/>
            <p:nvPr/>
          </p:nvCxnSpPr>
          <p:spPr>
            <a:xfrm>
              <a:off x="494051" y="4408825"/>
              <a:ext cx="315786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0190AF5-A364-D10B-E1A1-FCD5E7FD1678}"/>
                </a:ext>
              </a:extLst>
            </p:cNvPr>
            <p:cNvSpPr/>
            <p:nvPr/>
          </p:nvSpPr>
          <p:spPr>
            <a:xfrm>
              <a:off x="1030431" y="4256429"/>
              <a:ext cx="2225386" cy="2857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Synthetic People Simulation Run</a:t>
              </a: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47504180-6575-2687-F44F-F79122CE9FCC}"/>
                </a:ext>
              </a:extLst>
            </p:cNvPr>
            <p:cNvGrpSpPr/>
            <p:nvPr/>
          </p:nvGrpSpPr>
          <p:grpSpPr>
            <a:xfrm>
              <a:off x="314480" y="4690007"/>
              <a:ext cx="1134723" cy="547062"/>
              <a:chOff x="333530" y="4690007"/>
              <a:chExt cx="1134723" cy="547062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0468770-8B86-DF4C-3B06-F302DFD6CFF9}"/>
                  </a:ext>
                </a:extLst>
              </p:cNvPr>
              <p:cNvSpPr txBox="1"/>
              <p:nvPr/>
            </p:nvSpPr>
            <p:spPr>
              <a:xfrm>
                <a:off x="618848" y="4690007"/>
                <a:ext cx="678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83%</a:t>
                </a:r>
                <a:endParaRPr lang="en-IN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4CB0607-84AF-F2D5-B2CC-846D998507DC}"/>
                  </a:ext>
                </a:extLst>
              </p:cNvPr>
              <p:cNvSpPr txBox="1"/>
              <p:nvPr/>
            </p:nvSpPr>
            <p:spPr>
              <a:xfrm>
                <a:off x="333530" y="4971355"/>
                <a:ext cx="1134723" cy="26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marR="0" lvl="0" indent="0" algn="ctr" defTabSz="609630" rtl="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121724"/>
                    </a:solidFill>
                    <a:effectLst/>
                    <a:uLnTx/>
                    <a:uFillTx/>
                    <a:latin typeface="Calibri"/>
                    <a:ea typeface="HK Grotesk Semi-Bold"/>
                    <a:cs typeface="HK Grotesk Semi-Bold"/>
                    <a:sym typeface="HK Grotesk Semi-Bold"/>
                  </a:rPr>
                  <a:t>Alignment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5A368CA3-7044-B7AC-C72A-D0DDF7BD9853}"/>
                </a:ext>
              </a:extLst>
            </p:cNvPr>
            <p:cNvGrpSpPr/>
            <p:nvPr/>
          </p:nvGrpSpPr>
          <p:grpSpPr>
            <a:xfrm>
              <a:off x="1480592" y="4690007"/>
              <a:ext cx="1134723" cy="547062"/>
              <a:chOff x="333530" y="4690007"/>
              <a:chExt cx="1134723" cy="547062"/>
            </a:xfrm>
          </p:grpSpPr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120D621-F99E-E9F4-D067-63CA38ACA7C9}"/>
                  </a:ext>
                </a:extLst>
              </p:cNvPr>
              <p:cNvSpPr txBox="1"/>
              <p:nvPr/>
            </p:nvSpPr>
            <p:spPr>
              <a:xfrm>
                <a:off x="618848" y="4690007"/>
                <a:ext cx="678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83%</a:t>
                </a:r>
                <a:endParaRPr lang="en-IN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5DAEEED-8572-5FFD-102A-0F2985390894}"/>
                  </a:ext>
                </a:extLst>
              </p:cNvPr>
              <p:cNvSpPr txBox="1"/>
              <p:nvPr/>
            </p:nvSpPr>
            <p:spPr>
              <a:xfrm>
                <a:off x="333530" y="4971355"/>
                <a:ext cx="1134723" cy="26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marR="0" lvl="0" indent="0" algn="ctr" defTabSz="609630" rtl="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121724"/>
                    </a:solidFill>
                    <a:effectLst/>
                    <a:uLnTx/>
                    <a:uFillTx/>
                    <a:latin typeface="Calibri"/>
                    <a:ea typeface="HK Grotesk Semi-Bold"/>
                    <a:cs typeface="HK Grotesk Semi-Bold"/>
                    <a:sym typeface="HK Grotesk Semi-Bold"/>
                  </a:rPr>
                  <a:t>Alignment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38EE5455-7AC9-CACF-FCE1-9D99A3D0D2D6}"/>
                </a:ext>
              </a:extLst>
            </p:cNvPr>
            <p:cNvGrpSpPr/>
            <p:nvPr/>
          </p:nvGrpSpPr>
          <p:grpSpPr>
            <a:xfrm>
              <a:off x="2646703" y="4670955"/>
              <a:ext cx="1134723" cy="547062"/>
              <a:chOff x="333530" y="4690007"/>
              <a:chExt cx="1134723" cy="547062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DD271B5-EF96-B428-3DF6-2E5A007C5375}"/>
                  </a:ext>
                </a:extLst>
              </p:cNvPr>
              <p:cNvSpPr txBox="1"/>
              <p:nvPr/>
            </p:nvSpPr>
            <p:spPr>
              <a:xfrm>
                <a:off x="618848" y="4690007"/>
                <a:ext cx="678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83%</a:t>
                </a:r>
                <a:endParaRPr lang="en-IN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B5C60A3-33EE-4614-0A6A-4D2C7014C8CE}"/>
                  </a:ext>
                </a:extLst>
              </p:cNvPr>
              <p:cNvSpPr txBox="1"/>
              <p:nvPr/>
            </p:nvSpPr>
            <p:spPr>
              <a:xfrm>
                <a:off x="333530" y="4971355"/>
                <a:ext cx="1134723" cy="26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marR="0" lvl="0" indent="0" algn="ctr" defTabSz="609630" rtl="0" eaLnBrk="1" fontAlgn="auto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121724"/>
                    </a:solidFill>
                    <a:effectLst/>
                    <a:uLnTx/>
                    <a:uFillTx/>
                    <a:latin typeface="Calibri"/>
                    <a:ea typeface="HK Grotesk Semi-Bold"/>
                    <a:cs typeface="HK Grotesk Semi-Bold"/>
                    <a:sym typeface="HK Grotesk Semi-Bold"/>
                  </a:rPr>
                  <a:t>Alignment</a:t>
                </a:r>
              </a:p>
            </p:txBody>
          </p:sp>
        </p:grp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0490CA4C-58DB-A07D-6172-90042F4A87CD}"/>
                </a:ext>
              </a:extLst>
            </p:cNvPr>
            <p:cNvSpPr/>
            <p:nvPr/>
          </p:nvSpPr>
          <p:spPr>
            <a:xfrm>
              <a:off x="2466976" y="5600436"/>
              <a:ext cx="1028700" cy="31432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/>
                <a:t>View Details</a:t>
              </a:r>
            </a:p>
          </p:txBody>
        </p:sp>
      </p:grp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8CEAD50-E5D0-CC93-334E-324E6FCF32D3}"/>
              </a:ext>
            </a:extLst>
          </p:cNvPr>
          <p:cNvSpPr/>
          <p:nvPr/>
        </p:nvSpPr>
        <p:spPr>
          <a:xfrm>
            <a:off x="9350358" y="6363524"/>
            <a:ext cx="1028700" cy="314322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Get Started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AB24C992-6464-80CF-8E02-83DFEA5CFCC3}"/>
              </a:ext>
            </a:extLst>
          </p:cNvPr>
          <p:cNvSpPr/>
          <p:nvPr/>
        </p:nvSpPr>
        <p:spPr>
          <a:xfrm>
            <a:off x="10533193" y="6347145"/>
            <a:ext cx="1028700" cy="314322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Book Demo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7EEE4A6-20A4-027C-EA12-C50512E08765}"/>
              </a:ext>
            </a:extLst>
          </p:cNvPr>
          <p:cNvSpPr/>
          <p:nvPr/>
        </p:nvSpPr>
        <p:spPr>
          <a:xfrm>
            <a:off x="4811856" y="6225678"/>
            <a:ext cx="2168713" cy="3143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1,2,3…10</a:t>
            </a:r>
          </a:p>
        </p:txBody>
      </p:sp>
    </p:spTree>
    <p:extLst>
      <p:ext uri="{BB962C8B-B14F-4D97-AF65-F5344CB8AC3E}">
        <p14:creationId xmlns:p14="http://schemas.microsoft.com/office/powerpoint/2010/main" val="91159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98CC-13EC-D087-DB25-DC156F234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F1A22D-EA34-0EF1-2AD6-D77CA6E664F6}"/>
              </a:ext>
            </a:extLst>
          </p:cNvPr>
          <p:cNvSpPr txBox="1"/>
          <p:nvPr/>
        </p:nvSpPr>
        <p:spPr>
          <a:xfrm>
            <a:off x="328537" y="-119182"/>
            <a:ext cx="11056728" cy="829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609630">
              <a:lnSpc>
                <a:spcPts val="7334"/>
              </a:lnSpc>
              <a:defRPr/>
            </a:pPr>
            <a:r>
              <a:rPr lang="en-US" sz="3200" b="1" spc="-67" dirty="0">
                <a:ea typeface="HK Grotesk Medium"/>
                <a:cs typeface="HK Grotesk Medium"/>
                <a:sym typeface="HK Grotesk Medium"/>
              </a:rPr>
              <a:t>View Details Section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B7D052-02CE-C746-02A1-6AFC10613E63}"/>
              </a:ext>
            </a:extLst>
          </p:cNvPr>
          <p:cNvGrpSpPr/>
          <p:nvPr/>
        </p:nvGrpSpPr>
        <p:grpSpPr>
          <a:xfrm>
            <a:off x="360572" y="952501"/>
            <a:ext cx="11383752" cy="5124450"/>
            <a:chOff x="328538" y="2621711"/>
            <a:chExt cx="3471938" cy="345523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C752880-A6F5-470A-7A99-D5AC2DB0E160}"/>
                </a:ext>
              </a:extLst>
            </p:cNvPr>
            <p:cNvSpPr/>
            <p:nvPr/>
          </p:nvSpPr>
          <p:spPr>
            <a:xfrm>
              <a:off x="328538" y="2621711"/>
              <a:ext cx="3471938" cy="3455239"/>
            </a:xfrm>
            <a:prstGeom prst="roundRect">
              <a:avLst/>
            </a:prstGeom>
            <a:solidFill>
              <a:srgbClr val="BAD7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1A1E30-0614-9ECB-7256-7AC05505C258}"/>
                </a:ext>
              </a:extLst>
            </p:cNvPr>
            <p:cNvSpPr txBox="1"/>
            <p:nvPr/>
          </p:nvSpPr>
          <p:spPr>
            <a:xfrm>
              <a:off x="477990" y="2846716"/>
              <a:ext cx="3017686" cy="97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tx1"/>
                  </a:solidFill>
                </a:rPr>
                <a:t>Test ID:</a:t>
              </a:r>
            </a:p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tx1"/>
                  </a:solidFill>
                </a:rPr>
                <a:t>Survey Title: How India shops online 2025</a:t>
              </a:r>
            </a:p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tx1"/>
                  </a:solidFill>
                </a:rPr>
                <a:t>Publisher: PWC India</a:t>
              </a:r>
            </a:p>
            <a:p>
              <a:pPr>
                <a:lnSpc>
                  <a:spcPct val="150000"/>
                </a:lnSpc>
              </a:pPr>
              <a:r>
                <a:rPr lang="en-US" sz="1200" dirty="0"/>
                <a:t>Sample Size: 2,600</a:t>
              </a:r>
            </a:p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tx1"/>
                  </a:solidFill>
                </a:rPr>
                <a:t>No of Questions: 20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076F710-2EE6-B4BF-B6F8-0D9E9A119885}"/>
              </a:ext>
            </a:extLst>
          </p:cNvPr>
          <p:cNvCxnSpPr>
            <a:cxnSpLocks/>
          </p:cNvCxnSpPr>
          <p:nvPr/>
        </p:nvCxnSpPr>
        <p:spPr>
          <a:xfrm flipV="1">
            <a:off x="4084976" y="1286205"/>
            <a:ext cx="0" cy="158749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A5ABE30-2762-02E0-5298-C7BDE21FE2AE}"/>
              </a:ext>
            </a:extLst>
          </p:cNvPr>
          <p:cNvCxnSpPr>
            <a:cxnSpLocks/>
          </p:cNvCxnSpPr>
          <p:nvPr/>
        </p:nvCxnSpPr>
        <p:spPr>
          <a:xfrm>
            <a:off x="806735" y="3008650"/>
            <a:ext cx="106708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15B35F2-C1B2-6051-6175-C8DCFB992762}"/>
              </a:ext>
            </a:extLst>
          </p:cNvPr>
          <p:cNvGrpSpPr/>
          <p:nvPr/>
        </p:nvGrpSpPr>
        <p:grpSpPr>
          <a:xfrm>
            <a:off x="4536612" y="1862139"/>
            <a:ext cx="1134723" cy="547062"/>
            <a:chOff x="314480" y="4690007"/>
            <a:chExt cx="1134723" cy="54706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5155BFA-A684-CEA4-535E-3F5F751D9E4E}"/>
                </a:ext>
              </a:extLst>
            </p:cNvPr>
            <p:cNvSpPr txBox="1"/>
            <p:nvPr/>
          </p:nvSpPr>
          <p:spPr>
            <a:xfrm>
              <a:off x="599798" y="4690007"/>
              <a:ext cx="678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83%</a:t>
              </a:r>
              <a:endParaRPr lang="en-IN" b="1" dirty="0">
                <a:solidFill>
                  <a:srgbClr val="002060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68D46E4-C46F-4002-1986-9D13325E876A}"/>
                </a:ext>
              </a:extLst>
            </p:cNvPr>
            <p:cNvSpPr txBox="1"/>
            <p:nvPr/>
          </p:nvSpPr>
          <p:spPr>
            <a:xfrm>
              <a:off x="314480" y="4971355"/>
              <a:ext cx="1134723" cy="265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20" normalizeH="0" baseline="0" noProof="0" dirty="0">
                  <a:ln>
                    <a:noFill/>
                  </a:ln>
                  <a:solidFill>
                    <a:srgbClr val="121724"/>
                  </a:solidFill>
                  <a:effectLst/>
                  <a:uLnTx/>
                  <a:uFillTx/>
                  <a:latin typeface="Calibri"/>
                  <a:ea typeface="HK Grotesk Semi-Bold"/>
                  <a:cs typeface="HK Grotesk Semi-Bold"/>
                  <a:sym typeface="HK Grotesk Semi-Bold"/>
                </a:rPr>
                <a:t>Alignment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590846D-E1AA-4540-0074-BB6408E69188}"/>
              </a:ext>
            </a:extLst>
          </p:cNvPr>
          <p:cNvGrpSpPr/>
          <p:nvPr/>
        </p:nvGrpSpPr>
        <p:grpSpPr>
          <a:xfrm>
            <a:off x="5842652" y="1852971"/>
            <a:ext cx="1134723" cy="547062"/>
            <a:chOff x="314480" y="4690007"/>
            <a:chExt cx="1134723" cy="54706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556D3A6-3136-03EC-09B5-D6B050846288}"/>
                </a:ext>
              </a:extLst>
            </p:cNvPr>
            <p:cNvSpPr txBox="1"/>
            <p:nvPr/>
          </p:nvSpPr>
          <p:spPr>
            <a:xfrm>
              <a:off x="599798" y="4690007"/>
              <a:ext cx="678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83%</a:t>
              </a:r>
              <a:endParaRPr lang="en-IN" b="1" dirty="0">
                <a:solidFill>
                  <a:srgbClr val="002060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6FB51A4-DC3D-FC8A-72CA-2688B9E3DA4A}"/>
                </a:ext>
              </a:extLst>
            </p:cNvPr>
            <p:cNvSpPr txBox="1"/>
            <p:nvPr/>
          </p:nvSpPr>
          <p:spPr>
            <a:xfrm>
              <a:off x="314480" y="4971355"/>
              <a:ext cx="1134723" cy="265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20" normalizeH="0" baseline="0" noProof="0" dirty="0">
                  <a:ln>
                    <a:noFill/>
                  </a:ln>
                  <a:solidFill>
                    <a:srgbClr val="121724"/>
                  </a:solidFill>
                  <a:effectLst/>
                  <a:uLnTx/>
                  <a:uFillTx/>
                  <a:latin typeface="Calibri"/>
                  <a:ea typeface="HK Grotesk Semi-Bold"/>
                  <a:cs typeface="HK Grotesk Semi-Bold"/>
                  <a:sym typeface="HK Grotesk Semi-Bold"/>
                </a:rPr>
                <a:t>Alignment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BA15881-460C-30D1-F5E1-8BBA00E6EFC1}"/>
              </a:ext>
            </a:extLst>
          </p:cNvPr>
          <p:cNvGrpSpPr/>
          <p:nvPr/>
        </p:nvGrpSpPr>
        <p:grpSpPr>
          <a:xfrm>
            <a:off x="7148692" y="1852971"/>
            <a:ext cx="1134723" cy="547062"/>
            <a:chOff x="314480" y="4690007"/>
            <a:chExt cx="1134723" cy="54706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FB90EBF-3F54-41ED-F0F2-404A8AB576DF}"/>
                </a:ext>
              </a:extLst>
            </p:cNvPr>
            <p:cNvSpPr txBox="1"/>
            <p:nvPr/>
          </p:nvSpPr>
          <p:spPr>
            <a:xfrm>
              <a:off x="599798" y="4690007"/>
              <a:ext cx="678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83%</a:t>
              </a:r>
              <a:endParaRPr lang="en-IN" b="1" dirty="0">
                <a:solidFill>
                  <a:srgbClr val="002060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F825383-9F18-26A1-086A-A8940876EC08}"/>
                </a:ext>
              </a:extLst>
            </p:cNvPr>
            <p:cNvSpPr txBox="1"/>
            <p:nvPr/>
          </p:nvSpPr>
          <p:spPr>
            <a:xfrm>
              <a:off x="314480" y="4971355"/>
              <a:ext cx="1134723" cy="265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20" normalizeH="0" baseline="0" noProof="0" dirty="0">
                  <a:ln>
                    <a:noFill/>
                  </a:ln>
                  <a:solidFill>
                    <a:srgbClr val="121724"/>
                  </a:solidFill>
                  <a:effectLst/>
                  <a:uLnTx/>
                  <a:uFillTx/>
                  <a:latin typeface="Calibri"/>
                  <a:ea typeface="HK Grotesk Semi-Bold"/>
                  <a:cs typeface="HK Grotesk Semi-Bold"/>
                  <a:sym typeface="HK Grotesk Semi-Bold"/>
                </a:rPr>
                <a:t>Alignment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FF484BF-A8CE-CDDD-0577-5A03649B167C}"/>
              </a:ext>
            </a:extLst>
          </p:cNvPr>
          <p:cNvGrpSpPr/>
          <p:nvPr/>
        </p:nvGrpSpPr>
        <p:grpSpPr>
          <a:xfrm>
            <a:off x="8454732" y="1852971"/>
            <a:ext cx="1134723" cy="547062"/>
            <a:chOff x="314480" y="4690007"/>
            <a:chExt cx="1134723" cy="54706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A051454-8B84-6AA6-0BC5-12E1A496C493}"/>
                </a:ext>
              </a:extLst>
            </p:cNvPr>
            <p:cNvSpPr txBox="1"/>
            <p:nvPr/>
          </p:nvSpPr>
          <p:spPr>
            <a:xfrm>
              <a:off x="599798" y="4690007"/>
              <a:ext cx="678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83%</a:t>
              </a:r>
              <a:endParaRPr lang="en-IN" b="1" dirty="0">
                <a:solidFill>
                  <a:srgbClr val="00206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5F52129-E52C-2A4A-4BFB-F8858C3B94CF}"/>
                </a:ext>
              </a:extLst>
            </p:cNvPr>
            <p:cNvSpPr txBox="1"/>
            <p:nvPr/>
          </p:nvSpPr>
          <p:spPr>
            <a:xfrm>
              <a:off x="314480" y="4971355"/>
              <a:ext cx="1134723" cy="265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20" normalizeH="0" baseline="0" noProof="0" dirty="0">
                  <a:ln>
                    <a:noFill/>
                  </a:ln>
                  <a:solidFill>
                    <a:srgbClr val="121724"/>
                  </a:solidFill>
                  <a:effectLst/>
                  <a:uLnTx/>
                  <a:uFillTx/>
                  <a:latin typeface="Calibri"/>
                  <a:ea typeface="HK Grotesk Semi-Bold"/>
                  <a:cs typeface="HK Grotesk Semi-Bold"/>
                  <a:sym typeface="HK Grotesk Semi-Bold"/>
                </a:rPr>
                <a:t>Alignment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EE11CB5-4F28-9DC0-10B0-D7E17A493B41}"/>
              </a:ext>
            </a:extLst>
          </p:cNvPr>
          <p:cNvGrpSpPr/>
          <p:nvPr/>
        </p:nvGrpSpPr>
        <p:grpSpPr>
          <a:xfrm>
            <a:off x="9760772" y="1852971"/>
            <a:ext cx="1134723" cy="547062"/>
            <a:chOff x="314480" y="4690007"/>
            <a:chExt cx="1134723" cy="54706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8EDC49F-1A03-EEB1-853D-67C89920CC9F}"/>
                </a:ext>
              </a:extLst>
            </p:cNvPr>
            <p:cNvSpPr txBox="1"/>
            <p:nvPr/>
          </p:nvSpPr>
          <p:spPr>
            <a:xfrm>
              <a:off x="599798" y="4690007"/>
              <a:ext cx="678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83%</a:t>
              </a:r>
              <a:endParaRPr lang="en-IN" b="1" dirty="0">
                <a:solidFill>
                  <a:srgbClr val="002060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CD429FD-9334-48FD-5AE6-E617E2360997}"/>
                </a:ext>
              </a:extLst>
            </p:cNvPr>
            <p:cNvSpPr txBox="1"/>
            <p:nvPr/>
          </p:nvSpPr>
          <p:spPr>
            <a:xfrm>
              <a:off x="314480" y="4971355"/>
              <a:ext cx="1134723" cy="265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20" normalizeH="0" baseline="0" noProof="0" dirty="0">
                  <a:ln>
                    <a:noFill/>
                  </a:ln>
                  <a:solidFill>
                    <a:srgbClr val="121724"/>
                  </a:solidFill>
                  <a:effectLst/>
                  <a:uLnTx/>
                  <a:uFillTx/>
                  <a:latin typeface="Calibri"/>
                  <a:ea typeface="HK Grotesk Semi-Bold"/>
                  <a:cs typeface="HK Grotesk Semi-Bold"/>
                  <a:sym typeface="HK Grotesk Semi-Bold"/>
                </a:rPr>
                <a:t>Alignment</a:t>
              </a: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1FA38C94-4E2F-74F0-7433-A89F6A9BD21B}"/>
              </a:ext>
            </a:extLst>
          </p:cNvPr>
          <p:cNvSpPr/>
          <p:nvPr/>
        </p:nvSpPr>
        <p:spPr>
          <a:xfrm>
            <a:off x="6280998" y="1281651"/>
            <a:ext cx="2692718" cy="285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Synthetic People Simulation Run Output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A3B0949-3F8A-CEBA-2D25-559AD3FFEEA6}"/>
              </a:ext>
            </a:extLst>
          </p:cNvPr>
          <p:cNvSpPr/>
          <p:nvPr/>
        </p:nvSpPr>
        <p:spPr>
          <a:xfrm>
            <a:off x="1441197" y="3509437"/>
            <a:ext cx="8713150" cy="1092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Question by Question Comparison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6FED35A-91EC-72C2-B5FA-BE02DBD89FC0}"/>
              </a:ext>
            </a:extLst>
          </p:cNvPr>
          <p:cNvSpPr/>
          <p:nvPr/>
        </p:nvSpPr>
        <p:spPr>
          <a:xfrm>
            <a:off x="9350358" y="6363524"/>
            <a:ext cx="1028700" cy="314322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Go Back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C9B7D9E-7436-F66E-D066-519E5B44BA3D}"/>
              </a:ext>
            </a:extLst>
          </p:cNvPr>
          <p:cNvSpPr/>
          <p:nvPr/>
        </p:nvSpPr>
        <p:spPr>
          <a:xfrm>
            <a:off x="10533193" y="6347145"/>
            <a:ext cx="1028700" cy="314322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Book Demo</a:t>
            </a:r>
          </a:p>
        </p:txBody>
      </p:sp>
    </p:spTree>
    <p:extLst>
      <p:ext uri="{BB962C8B-B14F-4D97-AF65-F5344CB8AC3E}">
        <p14:creationId xmlns:p14="http://schemas.microsoft.com/office/powerpoint/2010/main" val="1333405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2825</TotalTime>
  <Words>527</Words>
  <Application>Microsoft Office PowerPoint</Application>
  <PresentationFormat>Widescreen</PresentationFormat>
  <Paragraphs>100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HK Grotesk Light</vt:lpstr>
      <vt:lpstr>HK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Jaiswal</dc:creator>
  <cp:lastModifiedBy>Poornachand</cp:lastModifiedBy>
  <cp:revision>3</cp:revision>
  <dcterms:created xsi:type="dcterms:W3CDTF">2025-12-20T13:00:42Z</dcterms:created>
  <dcterms:modified xsi:type="dcterms:W3CDTF">2026-03-04T12:28:02Z</dcterms:modified>
</cp:coreProperties>
</file>